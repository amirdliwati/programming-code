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6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76F"/>
    <a:srgbClr val="FFD166"/>
    <a:srgbClr val="06D6A0"/>
    <a:srgbClr val="118AB2"/>
    <a:srgbClr val="073B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41" autoAdjust="0"/>
    <p:restoredTop sz="94660"/>
  </p:normalViewPr>
  <p:slideViewPr>
    <p:cSldViewPr snapToGrid="0" showGuides="1">
      <p:cViewPr>
        <p:scale>
          <a:sx n="111" d="100"/>
          <a:sy n="111" d="100"/>
        </p:scale>
        <p:origin x="132" y="204"/>
      </p:cViewPr>
      <p:guideLst>
        <p:guide orient="horz" pos="2160"/>
        <p:guide pos="26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5E9F5-796C-4080-B55D-A6A0F8830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84588C-6255-4107-A32D-8B5426538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7BC0E-D968-44EF-85A6-B7559DEC6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C7608-D2BD-4DDE-8048-9354C7575B25}" type="datetimeFigureOut">
              <a:rPr lang="en-US" smtClean="0"/>
              <a:t>12/26/2020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14382-88D1-467A-A493-C8E30BF16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C1942-9966-4C0F-A0A5-D7381E499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BC97-CBB5-469E-A59B-0E68D922F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36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D2517-8854-4427-8265-6F0A15131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E1D4E-AFA1-4251-82DA-4DD6587FC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DAF0D-D885-4EC9-B1A8-57908861C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C7608-D2BD-4DDE-8048-9354C7575B25}" type="datetimeFigureOut">
              <a:rPr lang="en-US" smtClean="0"/>
              <a:t>12/26/2020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79C31-8472-47A0-AC12-5D1E341F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5869B-19FD-4BA4-82ED-0F6908DE1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BC97-CBB5-469E-A59B-0E68D922F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50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B6062-217A-4DAD-B7FF-B46EE5F61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481E4-53E4-4A80-9484-8BDE549F3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EEBE8-49EE-4ED6-B889-5D10715E6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C7608-D2BD-4DDE-8048-9354C7575B25}" type="datetimeFigureOut">
              <a:rPr lang="en-US" smtClean="0"/>
              <a:t>12/26/2020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BB1EB-31A7-47FE-B36B-5C5BE5F07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B735C-4409-4E1D-96D0-424AC7FBD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BC97-CBB5-469E-A59B-0E68D922F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565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4CC1D-A0EB-44F2-9A03-037450A31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BCF0F-06D0-4E4B-888E-57EC7B60A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12B54A-AED4-48C9-8901-B4E4E7D0D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65E38-76AA-4D84-AE5B-2CA15DC89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C7608-D2BD-4DDE-8048-9354C7575B25}" type="datetimeFigureOut">
              <a:rPr lang="en-US" smtClean="0"/>
              <a:t>12/26/2020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1031E-058F-42D8-8962-6757121DA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73A94-9085-4BA1-AFCF-6D8ED30E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BC97-CBB5-469E-A59B-0E68D922F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119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E45FC-8E4B-4F5C-88DC-631256C6B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00260-6B70-4E6C-81F2-33778B426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3BC3ED-4763-4C90-A348-BABDE2085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F3E03A-AEFB-4A4D-92E1-14B8A1881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EF54FD-D9ED-45FA-9AB7-3F4E186538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990922-6856-4940-AF50-E58BD9150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C7608-D2BD-4DDE-8048-9354C7575B25}" type="datetimeFigureOut">
              <a:rPr lang="en-US" smtClean="0"/>
              <a:t>12/26/2020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7C3A9E-9CB2-4181-A510-760B1EF4B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8FF883-75F2-4225-B4C2-1716BB5AA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BC97-CBB5-469E-A59B-0E68D922F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75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3FC0A-DEC4-412F-B6FD-505B033C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E9E26D-FB66-46DF-ABD9-8CE7D87D7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C7608-D2BD-4DDE-8048-9354C7575B25}" type="datetimeFigureOut">
              <a:rPr lang="en-US" smtClean="0"/>
              <a:t>12/26/2020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43876E-3CE9-4F47-9466-5B7108FF8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4C380E-D47D-45F4-A0E3-0413F4419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BC97-CBB5-469E-A59B-0E68D922F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687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A8B198-B77A-4F16-9F33-CF828BA7C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C7608-D2BD-4DDE-8048-9354C7575B25}" type="datetimeFigureOut">
              <a:rPr lang="en-US" smtClean="0"/>
              <a:t>12/26/2020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C1A510-F93F-4A9D-9B9A-807E617A4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1B9F6-E0FD-4540-B77C-05C37C7B1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BC97-CBB5-469E-A59B-0E68D922F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774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728D1-77EC-402F-B9CE-351E64DD3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9AB4C-8C7D-4802-BBB2-22398E306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80CA8E-80E8-476C-B757-72136081A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4A274-F074-4742-BBC2-B7139A142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C7608-D2BD-4DDE-8048-9354C7575B25}" type="datetimeFigureOut">
              <a:rPr lang="en-US" smtClean="0"/>
              <a:t>12/26/2020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ECEBF-0A66-42F5-8173-59556257E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6437E-B75F-4328-924D-D875D85DB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BC97-CBB5-469E-A59B-0E68D922F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472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CDDB4-C887-40E1-ACA1-953FECBAB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E7C4A8-5BE9-4D69-9FBB-4733CE8A8A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5ED3E1-DD40-4EBC-8569-B51EBA5F6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93359C-2F7F-4206-8265-2F2DAB232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C7608-D2BD-4DDE-8048-9354C7575B25}" type="datetimeFigureOut">
              <a:rPr lang="en-US" smtClean="0"/>
              <a:t>12/26/2020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C234F-47FA-4AB2-ACC1-673F8EA05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378D0-ABDE-4516-86E3-B7794ECA5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BC97-CBB5-469E-A59B-0E68D922F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49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811F4-D5D7-43D1-9A33-A4AED4FA1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E9242B-35F7-4F88-9BA0-828783D67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04E3B-EE2B-4946-978B-BA68AFF37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C7608-D2BD-4DDE-8048-9354C7575B25}" type="datetimeFigureOut">
              <a:rPr lang="en-US" smtClean="0"/>
              <a:t>12/26/2020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35CE8-1507-4DB1-AFD4-DDEA226F5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70E87-5621-4DD5-9F23-525387F75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BC97-CBB5-469E-A59B-0E68D922F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363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9A704A-A4D4-45FA-91C7-DB018906E1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635D8-0E8B-446C-9E02-3C170C105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C3E9F-3D36-4FD6-ABE3-1B55D8D41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C7608-D2BD-4DDE-8048-9354C7575B25}" type="datetimeFigureOut">
              <a:rPr lang="en-US" smtClean="0"/>
              <a:t>12/26/2020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459A0-B25C-4639-944D-5E40ED613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C5C9D-5D8F-4618-9B60-B97A80198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BC97-CBB5-469E-A59B-0E68D922F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9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0F3135-259D-41E3-BEDC-C93B3675D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1FC29-B80B-46FE-92EB-661ADB3B2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66AA-236E-4CF6-864E-E1D43A158D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C7608-D2BD-4DDE-8048-9354C7575B25}" type="datetimeFigureOut">
              <a:rPr lang="en-US" smtClean="0"/>
              <a:t>12/26/2020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76CD3-3B0E-4248-9DC7-9261FBBFAD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EED30-3B0F-4DD0-B5D3-179961C0F8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9BC97-CBB5-469E-A59B-0E68D922F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182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Box 154">
            <a:extLst>
              <a:ext uri="{FF2B5EF4-FFF2-40B4-BE49-F238E27FC236}">
                <a16:creationId xmlns:a16="http://schemas.microsoft.com/office/drawing/2014/main" id="{7A2D059B-39FD-4551-8C7D-4036959FE397}"/>
              </a:ext>
            </a:extLst>
          </p:cNvPr>
          <p:cNvSpPr txBox="1"/>
          <p:nvPr/>
        </p:nvSpPr>
        <p:spPr>
          <a:xfrm rot="19173824">
            <a:off x="3304028" y="2073478"/>
            <a:ext cx="641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spc="300" dirty="0">
                <a:solidFill>
                  <a:srgbClr val="073B4C"/>
                </a:solidFill>
                <a:latin typeface="Anton" panose="00000500000000000000" pitchFamily="2" charset="0"/>
              </a:rPr>
              <a:t>01</a:t>
            </a:r>
            <a:endParaRPr lang="en-US" sz="2000" spc="300" dirty="0">
              <a:solidFill>
                <a:srgbClr val="073B4C"/>
              </a:solidFill>
              <a:latin typeface="Anton" panose="00000500000000000000" pitchFamily="2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ADAE934D-A4CC-4508-88C8-363BBA57DC5A}"/>
              </a:ext>
            </a:extLst>
          </p:cNvPr>
          <p:cNvSpPr txBox="1"/>
          <p:nvPr/>
        </p:nvSpPr>
        <p:spPr>
          <a:xfrm rot="20409358">
            <a:off x="3733524" y="2832892"/>
            <a:ext cx="641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spc="300" dirty="0">
                <a:solidFill>
                  <a:srgbClr val="118AB2"/>
                </a:solidFill>
                <a:latin typeface="Anton" panose="00000500000000000000" pitchFamily="2" charset="0"/>
              </a:rPr>
              <a:t>02</a:t>
            </a:r>
            <a:endParaRPr lang="en-US" sz="2000" spc="300" dirty="0">
              <a:solidFill>
                <a:srgbClr val="118AB2"/>
              </a:solidFill>
              <a:latin typeface="Anton" panose="00000500000000000000" pitchFamily="2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E399A05-12DD-45B8-92DD-A8973248FB7A}"/>
              </a:ext>
            </a:extLst>
          </p:cNvPr>
          <p:cNvSpPr txBox="1"/>
          <p:nvPr/>
        </p:nvSpPr>
        <p:spPr>
          <a:xfrm>
            <a:off x="3908292" y="3708324"/>
            <a:ext cx="641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spc="300" dirty="0">
                <a:solidFill>
                  <a:srgbClr val="06D6A0"/>
                </a:solidFill>
                <a:latin typeface="Anton" panose="00000500000000000000" pitchFamily="2" charset="0"/>
              </a:rPr>
              <a:t>03</a:t>
            </a:r>
            <a:endParaRPr lang="en-US" sz="2000" spc="300" dirty="0">
              <a:solidFill>
                <a:srgbClr val="06D6A0"/>
              </a:solidFill>
              <a:latin typeface="Anton" panose="00000500000000000000" pitchFamily="2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EEB3CE02-AF66-4397-95B9-F8C48CD9792E}"/>
              </a:ext>
            </a:extLst>
          </p:cNvPr>
          <p:cNvSpPr txBox="1"/>
          <p:nvPr/>
        </p:nvSpPr>
        <p:spPr>
          <a:xfrm rot="962716">
            <a:off x="3693611" y="4653891"/>
            <a:ext cx="641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spc="300" dirty="0">
                <a:solidFill>
                  <a:srgbClr val="FFD166"/>
                </a:solidFill>
                <a:latin typeface="Anton" panose="00000500000000000000" pitchFamily="2" charset="0"/>
              </a:rPr>
              <a:t>04</a:t>
            </a:r>
            <a:endParaRPr lang="en-US" sz="2000" spc="300" dirty="0">
              <a:solidFill>
                <a:srgbClr val="FFD166"/>
              </a:solidFill>
              <a:latin typeface="Anton" panose="0000050000000000000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0BC8AFE-B9EE-43FB-8E14-1FF8DEBBC293}"/>
              </a:ext>
            </a:extLst>
          </p:cNvPr>
          <p:cNvSpPr txBox="1"/>
          <p:nvPr/>
        </p:nvSpPr>
        <p:spPr>
          <a:xfrm rot="2317436">
            <a:off x="3084625" y="5387604"/>
            <a:ext cx="641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spc="300" dirty="0">
                <a:solidFill>
                  <a:srgbClr val="EF476F"/>
                </a:solidFill>
                <a:latin typeface="Anton" panose="00000500000000000000" pitchFamily="2" charset="0"/>
              </a:rPr>
              <a:t>05</a:t>
            </a:r>
            <a:endParaRPr lang="en-US" sz="2000" spc="300" dirty="0">
              <a:solidFill>
                <a:srgbClr val="EF476F"/>
              </a:solidFill>
              <a:latin typeface="Anton" panose="00000500000000000000" pitchFamily="2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D39B147-EF9A-42C4-B36B-3BFB160EAC3B}"/>
              </a:ext>
            </a:extLst>
          </p:cNvPr>
          <p:cNvSpPr txBox="1"/>
          <p:nvPr/>
        </p:nvSpPr>
        <p:spPr>
          <a:xfrm>
            <a:off x="5716542" y="667842"/>
            <a:ext cx="1962440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HEADING HERE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Some text goes here. Some text goes here. Some text goes here. Some text goes here. Some text goes here.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A7796126-6B80-4DCA-B07B-6AD2B6D6476A}"/>
              </a:ext>
            </a:extLst>
          </p:cNvPr>
          <p:cNvSpPr txBox="1"/>
          <p:nvPr/>
        </p:nvSpPr>
        <p:spPr>
          <a:xfrm>
            <a:off x="6459795" y="1750373"/>
            <a:ext cx="1962440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118AB2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HEADING HERE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Some text goes here. Some text goes here. Some text goes here. Some text goes here. Some text goes here.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1A12BF3D-81E4-44C9-A744-990FA6145303}"/>
              </a:ext>
            </a:extLst>
          </p:cNvPr>
          <p:cNvSpPr txBox="1"/>
          <p:nvPr/>
        </p:nvSpPr>
        <p:spPr>
          <a:xfrm>
            <a:off x="6793151" y="3027323"/>
            <a:ext cx="1962440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6D6A0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HEADING HERE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Some text goes here. Some text goes here. Some text goes here. Some text goes here. Some text goes here.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EB752C5-F149-4148-AF3E-902FA3EB5509}"/>
              </a:ext>
            </a:extLst>
          </p:cNvPr>
          <p:cNvSpPr txBox="1"/>
          <p:nvPr/>
        </p:nvSpPr>
        <p:spPr>
          <a:xfrm>
            <a:off x="6619675" y="4237249"/>
            <a:ext cx="1962440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D166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HEADING HERE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Some text goes here. Some text goes here. Some text goes here. Some text goes here. Some text goes here.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C19A3CA2-A222-42A4-9785-7164FE9D26D0}"/>
              </a:ext>
            </a:extLst>
          </p:cNvPr>
          <p:cNvSpPr txBox="1"/>
          <p:nvPr/>
        </p:nvSpPr>
        <p:spPr>
          <a:xfrm>
            <a:off x="6070122" y="5475726"/>
            <a:ext cx="1962440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EF476F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HEADING HERE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Some text goes here. Some text goes here. Some text goes here. Some text goes here. Some text goes here.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9423A3A3-7BF6-432F-BFDB-207F1692FBCA}"/>
              </a:ext>
            </a:extLst>
          </p:cNvPr>
          <p:cNvSpPr txBox="1"/>
          <p:nvPr/>
        </p:nvSpPr>
        <p:spPr>
          <a:xfrm>
            <a:off x="6963027" y="157532"/>
            <a:ext cx="52067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5 Step 3D Cylinder Shape Infographic</a:t>
            </a:r>
          </a:p>
        </p:txBody>
      </p:sp>
    </p:spTree>
    <p:extLst>
      <p:ext uri="{BB962C8B-B14F-4D97-AF65-F5344CB8AC3E}">
        <p14:creationId xmlns:p14="http://schemas.microsoft.com/office/powerpoint/2010/main" val="2950752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A43441-28E0-47FE-99B5-F0024DD5D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0" y="0"/>
            <a:ext cx="1062384" cy="1839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734E47-0619-4AC4-93B0-6E031AD2E32A}"/>
              </a:ext>
            </a:extLst>
          </p:cNvPr>
          <p:cNvSpPr txBox="1"/>
          <p:nvPr/>
        </p:nvSpPr>
        <p:spPr>
          <a:xfrm>
            <a:off x="6096000" y="700865"/>
            <a:ext cx="1962440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HEADING HERE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Some text goes here. Some text goes here. Some text goes here. Some text goes here. Some text goes here.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D28A56-6A02-4DA4-BFDC-9F2882EBB82D}"/>
              </a:ext>
            </a:extLst>
          </p:cNvPr>
          <p:cNvSpPr txBox="1"/>
          <p:nvPr/>
        </p:nvSpPr>
        <p:spPr>
          <a:xfrm>
            <a:off x="6096000" y="1549347"/>
            <a:ext cx="1962440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118AB2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HEADING HERE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Some text goes here. Some text goes here. Some text goes here. Some text goes here. Some text goes here.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F41C94-775C-46ED-86E7-7D0E8F0CAAF9}"/>
              </a:ext>
            </a:extLst>
          </p:cNvPr>
          <p:cNvSpPr txBox="1"/>
          <p:nvPr/>
        </p:nvSpPr>
        <p:spPr>
          <a:xfrm>
            <a:off x="6096000" y="2617657"/>
            <a:ext cx="1962440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6D6A0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HEADING HERE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Some text goes here. Some text goes here. Some text goes here. Some text goes here. Some text goes here.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5004F3-270A-41BE-9D89-DCB7DC8C6BC7}"/>
              </a:ext>
            </a:extLst>
          </p:cNvPr>
          <p:cNvSpPr txBox="1"/>
          <p:nvPr/>
        </p:nvSpPr>
        <p:spPr>
          <a:xfrm>
            <a:off x="6096000" y="3888165"/>
            <a:ext cx="1962440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D166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HEADING HERE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Some text goes here. Some text goes here. Some text goes here. Some text goes here. Some text goes here.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E85285-BF27-4994-8CA8-2AD5724F1FCC}"/>
              </a:ext>
            </a:extLst>
          </p:cNvPr>
          <p:cNvSpPr txBox="1"/>
          <p:nvPr/>
        </p:nvSpPr>
        <p:spPr>
          <a:xfrm>
            <a:off x="6096000" y="4926636"/>
            <a:ext cx="1962440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EF476F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HEADING HERE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Some text goes here. Some text goes here. Some text goes here. Some text goes here. Some text goes here.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7E758B-6135-4AC4-A8FD-AA10D33167E1}"/>
              </a:ext>
            </a:extLst>
          </p:cNvPr>
          <p:cNvSpPr txBox="1"/>
          <p:nvPr/>
        </p:nvSpPr>
        <p:spPr>
          <a:xfrm>
            <a:off x="3986261" y="2005794"/>
            <a:ext cx="641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spc="300" dirty="0">
                <a:solidFill>
                  <a:srgbClr val="073B4C"/>
                </a:solidFill>
                <a:latin typeface="Anton" panose="00000500000000000000" pitchFamily="2" charset="0"/>
              </a:rPr>
              <a:t>01</a:t>
            </a:r>
            <a:endParaRPr lang="en-US" sz="2000" spc="300" dirty="0">
              <a:solidFill>
                <a:srgbClr val="073B4C"/>
              </a:solidFill>
              <a:latin typeface="Anton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3649DC-4DDE-422C-8578-DEE906F4DBD2}"/>
              </a:ext>
            </a:extLst>
          </p:cNvPr>
          <p:cNvSpPr txBox="1"/>
          <p:nvPr/>
        </p:nvSpPr>
        <p:spPr>
          <a:xfrm>
            <a:off x="3986261" y="2409057"/>
            <a:ext cx="641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spc="300" dirty="0">
                <a:solidFill>
                  <a:srgbClr val="118AB2"/>
                </a:solidFill>
                <a:latin typeface="Anton" panose="00000500000000000000" pitchFamily="2" charset="0"/>
              </a:rPr>
              <a:t>02</a:t>
            </a:r>
            <a:endParaRPr lang="en-US" sz="2000" spc="300" dirty="0">
              <a:solidFill>
                <a:srgbClr val="118AB2"/>
              </a:solidFill>
              <a:latin typeface="Anton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B9D97F-104D-4CEC-97CE-FEB97A1A2A10}"/>
              </a:ext>
            </a:extLst>
          </p:cNvPr>
          <p:cNvSpPr txBox="1"/>
          <p:nvPr/>
        </p:nvSpPr>
        <p:spPr>
          <a:xfrm>
            <a:off x="3986261" y="2768723"/>
            <a:ext cx="641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spc="300" dirty="0">
                <a:solidFill>
                  <a:srgbClr val="06D6A0"/>
                </a:solidFill>
                <a:latin typeface="Anton" panose="00000500000000000000" pitchFamily="2" charset="0"/>
              </a:rPr>
              <a:t>03</a:t>
            </a:r>
            <a:endParaRPr lang="en-US" sz="2000" spc="300" dirty="0">
              <a:solidFill>
                <a:srgbClr val="06D6A0"/>
              </a:solidFill>
              <a:latin typeface="Anton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A5171E-65BD-4E74-95F6-CBDD21A59E11}"/>
              </a:ext>
            </a:extLst>
          </p:cNvPr>
          <p:cNvSpPr txBox="1"/>
          <p:nvPr/>
        </p:nvSpPr>
        <p:spPr>
          <a:xfrm>
            <a:off x="3986261" y="3128389"/>
            <a:ext cx="641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spc="300" dirty="0">
                <a:solidFill>
                  <a:srgbClr val="FFD166"/>
                </a:solidFill>
                <a:latin typeface="Anton" panose="00000500000000000000" pitchFamily="2" charset="0"/>
              </a:rPr>
              <a:t>04</a:t>
            </a:r>
            <a:endParaRPr lang="en-US" sz="2000" spc="300" dirty="0">
              <a:solidFill>
                <a:srgbClr val="FFD166"/>
              </a:solidFill>
              <a:latin typeface="Anton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5B6007-FF39-4945-ABF9-B5EF7102589E}"/>
              </a:ext>
            </a:extLst>
          </p:cNvPr>
          <p:cNvSpPr txBox="1"/>
          <p:nvPr/>
        </p:nvSpPr>
        <p:spPr>
          <a:xfrm>
            <a:off x="3986261" y="3488055"/>
            <a:ext cx="641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spc="300" dirty="0">
                <a:solidFill>
                  <a:srgbClr val="EF476F"/>
                </a:solidFill>
                <a:latin typeface="Anton" panose="00000500000000000000" pitchFamily="2" charset="0"/>
              </a:rPr>
              <a:t>05</a:t>
            </a:r>
            <a:endParaRPr lang="en-US" sz="2000" spc="300" dirty="0">
              <a:solidFill>
                <a:srgbClr val="EF476F"/>
              </a:solidFill>
              <a:latin typeface="Anton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742D65-3678-4357-B601-629C1B87D6FA}"/>
              </a:ext>
            </a:extLst>
          </p:cNvPr>
          <p:cNvSpPr txBox="1"/>
          <p:nvPr/>
        </p:nvSpPr>
        <p:spPr>
          <a:xfrm>
            <a:off x="155252" y="4299816"/>
            <a:ext cx="52067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5 Step 3D Cylinder Shape Infographic</a:t>
            </a:r>
          </a:p>
        </p:txBody>
      </p:sp>
    </p:spTree>
    <p:extLst>
      <p:ext uri="{BB962C8B-B14F-4D97-AF65-F5344CB8AC3E}">
        <p14:creationId xmlns:p14="http://schemas.microsoft.com/office/powerpoint/2010/main" val="3882012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292</Words>
  <Application>Microsoft Office PowerPoint</Application>
  <PresentationFormat>Widescreen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Anton</vt:lpstr>
      <vt:lpstr>Arial</vt:lpstr>
      <vt:lpstr>Calibri</vt:lpstr>
      <vt:lpstr>Calibri Light</vt:lpstr>
      <vt:lpstr>Economica</vt:lpstr>
      <vt:lpstr>Rajdhani bold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PowerUP with PowerPoint</dc:creator>
  <cp:lastModifiedBy>PowerUP with PowerPoint</cp:lastModifiedBy>
  <cp:revision>3</cp:revision>
  <dcterms:created xsi:type="dcterms:W3CDTF">2020-12-26T16:45:56Z</dcterms:created>
  <dcterms:modified xsi:type="dcterms:W3CDTF">2020-12-26T17:53:06Z</dcterms:modified>
</cp:coreProperties>
</file>