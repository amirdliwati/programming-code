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14601"/>
    <a:srgbClr val="CF4101"/>
    <a:srgbClr val="FE5409"/>
    <a:srgbClr val="38621C"/>
    <a:srgbClr val="487E24"/>
    <a:srgbClr val="67B233"/>
    <a:srgbClr val="3D01A5"/>
    <a:srgbClr val="8601B0"/>
    <a:srgbClr val="A7194B"/>
    <a:srgbClr val="FEFE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1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906E61B-A455-4C1C-90CC-89FBC2BE39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C575A20-298C-4B48-BB5D-94CF6164CD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D7D99BD-405B-4C63-8FF0-9042746EF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9E02D-30E7-46E6-B98C-D60CF4EAB7B5}" type="datetimeFigureOut">
              <a:rPr lang="fr-FR" smtClean="0"/>
              <a:t>08/10/2020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1202B5D-3BCB-4ACE-B21E-66653019D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A0549F5-E84F-43C6-A5FB-92AD02BB8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97B63-234D-407C-857A-3D3C098765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7265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F9CC721-AB13-4B60-A43B-9629DA196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B28B5E1-2CB7-4891-9E5F-3C58DE8EC4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2CD2E2A-920D-4BEB-8BCE-272898B28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9E02D-30E7-46E6-B98C-D60CF4EAB7B5}" type="datetimeFigureOut">
              <a:rPr lang="fr-FR" smtClean="0"/>
              <a:t>08/10/2020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2F3B52A-1C43-4EA1-8848-96C53F3BC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8988AF0-D5C5-4DF7-B1BA-ED170B311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97B63-234D-407C-857A-3D3C098765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57540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057EFD1-C92F-455F-8FC2-5A7748290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CAAB9DD-4AFF-4F5B-ADD0-3D5257C481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B6984D1-828E-40E1-A10B-7D5E17CA1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9E02D-30E7-46E6-B98C-D60CF4EAB7B5}" type="datetimeFigureOut">
              <a:rPr lang="fr-FR" smtClean="0"/>
              <a:t>08/10/2020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14D77D2-795C-4D48-99E1-652E1B597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409125E-D37B-4AE7-9E8D-A09813886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97B63-234D-407C-857A-3D3C098765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790281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78B8B4E-3DBA-456B-ADE1-C6BB99112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28D2DF1-0034-4642-A0B3-AA6AE8DAE9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9A9E25C-0467-48ED-865D-28DE1AD19E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3673327-E115-4B3D-A543-F326C4251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9E02D-30E7-46E6-B98C-D60CF4EAB7B5}" type="datetimeFigureOut">
              <a:rPr lang="fr-FR" smtClean="0"/>
              <a:t>08/10/2020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8C9E66F-9ACE-496E-AC04-478435690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3C40398-C64A-4A4F-8B23-A381D776B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97B63-234D-407C-857A-3D3C098765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32496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A2DDAF-3B8A-4B41-83FD-9B49C11D0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6F2B8A8-449D-4D29-8800-6947FA44BB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0E4C073-FD1F-4FEA-8C1E-56DBC3291C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7347DE3-472F-4DC4-901A-6B019A2B4F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A6DC8134-58EB-4D12-BF6E-AA9B9DF95B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181DC184-7253-4159-8CA0-A32DF9C3B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9E02D-30E7-46E6-B98C-D60CF4EAB7B5}" type="datetimeFigureOut">
              <a:rPr lang="fr-FR" smtClean="0"/>
              <a:t>08/10/2020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F0654C1E-F20E-4BBF-A324-75FFDD776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D7974C74-9508-4F19-AB7A-AB55C0B38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97B63-234D-407C-857A-3D3C098765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61865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1961106-6DFA-478B-BAAE-8526D2F2C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DCADB8F-DE85-4BD4-AA86-0961538C0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9E02D-30E7-46E6-B98C-D60CF4EAB7B5}" type="datetimeFigureOut">
              <a:rPr lang="fr-FR" smtClean="0"/>
              <a:t>08/10/2020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C5ECC93-7A53-48D6-AEF5-A031F78E8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55F8652-2316-4982-BACB-60C015593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97B63-234D-407C-857A-3D3C098765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03185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DC9394E-9814-43FE-9B1E-7E3B7ABDE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9E02D-30E7-46E6-B98C-D60CF4EAB7B5}" type="datetimeFigureOut">
              <a:rPr lang="fr-FR" smtClean="0"/>
              <a:t>08/10/2020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5FC7417-34CE-4C3B-AC37-28B9B7F5C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49070F6-F67A-46F1-967B-63FF6BCCE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97B63-234D-407C-857A-3D3C098765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16184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9E6904-496F-4DC6-9A14-2B61B6037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490DFE3-C0C0-42CF-9D59-9957D823CD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D5812F2-D974-4738-9C82-60F15EE3E6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9A956CF-AB11-41AB-9B05-FDF394E8C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9E02D-30E7-46E6-B98C-D60CF4EAB7B5}" type="datetimeFigureOut">
              <a:rPr lang="fr-FR" smtClean="0"/>
              <a:t>08/10/2020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9392914-6D00-4BFF-9C45-A1EBF8813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BBE3449-A6BA-402F-B94C-B0BB4187A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97B63-234D-407C-857A-3D3C098765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5268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64422B-02D4-4116-9CFA-19130A325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644E7BFC-00C5-499D-9F64-4BFDF4F9F6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F05D3D4-E623-4BE5-AE3F-C9AD75FA89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A9B5E56-76BD-4F53-8FC6-C21309128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9E02D-30E7-46E6-B98C-D60CF4EAB7B5}" type="datetimeFigureOut">
              <a:rPr lang="fr-FR" smtClean="0"/>
              <a:t>08/10/2020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89EDF25-98F0-4020-9907-3444A5BE0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10DAC8F-6504-47DE-8B2B-C0150BE06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97B63-234D-407C-857A-3D3C098765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19032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5DC9C5-8CDE-4EE2-8B3B-2BCCE86A2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1620B25-891D-4776-8CAF-02F0AC397C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D2B3CD3-9EA8-4AA6-96C5-247494471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9E02D-30E7-46E6-B98C-D60CF4EAB7B5}" type="datetimeFigureOut">
              <a:rPr lang="fr-FR" smtClean="0"/>
              <a:t>08/10/2020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6BCAB4B-C824-4331-B4EB-BDDDA3F30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314C500-07EB-4BBD-81FD-A05D09D51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97B63-234D-407C-857A-3D3C098765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960315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D38F6938-7108-49A7-B2F2-9F1264CF76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D684387-03F3-4ECF-86DC-7E553BBFBF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D427BFB-4FC7-4918-892E-9BEDED715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9E02D-30E7-46E6-B98C-D60CF4EAB7B5}" type="datetimeFigureOut">
              <a:rPr lang="fr-FR" smtClean="0"/>
              <a:t>08/10/2020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E361109-1A67-4721-B4A1-0FF55A340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69704DE-34F7-4AF4-9C43-945A5406D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97B63-234D-407C-857A-3D3C098765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394432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C651F72A-3F5B-41B2-8E6E-07962F202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B500E57-A841-4797-8AE6-16347B0F38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BCA1ACE-CB9C-4442-BA23-EBECF62555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09E02D-30E7-46E6-B98C-D60CF4EAB7B5}" type="datetimeFigureOut">
              <a:rPr lang="fr-FR" smtClean="0"/>
              <a:t>08/10/2020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BE8E40C-227D-4E48-B91F-107B3AD173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7F69CA8-0B08-4CE9-8245-5131F1B1BF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C97B63-234D-407C-857A-3D3C098765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3592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>
                <a:lumMod val="95000"/>
              </a:schemeClr>
            </a:gs>
            <a:gs pos="57000">
              <a:schemeClr val="tx1">
                <a:lumMod val="50000"/>
                <a:lumOff val="5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ZoneTexte 37">
            <a:extLst>
              <a:ext uri="{FF2B5EF4-FFF2-40B4-BE49-F238E27FC236}">
                <a16:creationId xmlns:a16="http://schemas.microsoft.com/office/drawing/2014/main" id="{0243C978-140F-4AB4-A3B3-0641AF7B59A0}"/>
              </a:ext>
            </a:extLst>
          </p:cNvPr>
          <p:cNvSpPr txBox="1"/>
          <p:nvPr/>
        </p:nvSpPr>
        <p:spPr>
          <a:xfrm>
            <a:off x="707678" y="1203633"/>
            <a:ext cx="156716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MA" sz="1600" b="1" dirty="0">
                <a:solidFill>
                  <a:srgbClr val="A7194B"/>
                </a:solidFill>
                <a:cs typeface="+mj-cs"/>
              </a:rPr>
              <a:t>هنا نكتب وصفا توضيحيا ومختصرا للعنوان في بضعة أسطر</a:t>
            </a:r>
            <a:endParaRPr lang="fr-FR" sz="1600" b="1" dirty="0">
              <a:solidFill>
                <a:srgbClr val="A7194B"/>
              </a:solidFill>
              <a:cs typeface="+mj-cs"/>
            </a:endParaRP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3C9147EE-F6F0-43D3-A8C2-156D50777297}"/>
              </a:ext>
            </a:extLst>
          </p:cNvPr>
          <p:cNvSpPr txBox="1"/>
          <p:nvPr/>
        </p:nvSpPr>
        <p:spPr>
          <a:xfrm>
            <a:off x="3010048" y="1208324"/>
            <a:ext cx="156716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MA" sz="1600" b="1" dirty="0">
                <a:solidFill>
                  <a:srgbClr val="8601B0"/>
                </a:solidFill>
                <a:cs typeface="+mj-cs"/>
              </a:rPr>
              <a:t>هنا نكتب وصفا توضيحيا ومختصرا للعنوان في بضعة أسطر</a:t>
            </a:r>
            <a:endParaRPr lang="fr-FR" sz="1600" b="1" dirty="0">
              <a:solidFill>
                <a:srgbClr val="8601B0"/>
              </a:solidFill>
              <a:cs typeface="+mj-cs"/>
            </a:endParaRP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8F5236BF-CA78-43C0-BC66-824BA2278E36}"/>
              </a:ext>
            </a:extLst>
          </p:cNvPr>
          <p:cNvSpPr txBox="1"/>
          <p:nvPr/>
        </p:nvSpPr>
        <p:spPr>
          <a:xfrm>
            <a:off x="5312418" y="1208683"/>
            <a:ext cx="156716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MA" sz="1600" b="1" dirty="0">
                <a:solidFill>
                  <a:srgbClr val="3D01A5"/>
                </a:solidFill>
                <a:cs typeface="+mj-cs"/>
              </a:rPr>
              <a:t>هنا نكتب وصفا توضيحيا ومختصرا للعنوان في بضعة أسطر</a:t>
            </a:r>
            <a:endParaRPr lang="fr-FR" sz="1600" b="1" dirty="0">
              <a:solidFill>
                <a:srgbClr val="3D01A5"/>
              </a:solidFill>
              <a:cs typeface="+mj-cs"/>
            </a:endParaRPr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276DDAED-C522-49A8-A901-B7F5D4953368}"/>
              </a:ext>
            </a:extLst>
          </p:cNvPr>
          <p:cNvSpPr txBox="1"/>
          <p:nvPr/>
        </p:nvSpPr>
        <p:spPr>
          <a:xfrm>
            <a:off x="7619090" y="1203633"/>
            <a:ext cx="156716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MA" sz="1600" b="1" dirty="0">
                <a:solidFill>
                  <a:srgbClr val="38621C"/>
                </a:solidFill>
                <a:cs typeface="+mj-cs"/>
              </a:rPr>
              <a:t>هنا نكتب وصفا توضيحيا ومختصرا للعنوان في بضعة أسطر</a:t>
            </a:r>
            <a:endParaRPr lang="fr-FR" sz="1600" b="1" dirty="0">
              <a:solidFill>
                <a:srgbClr val="38621C"/>
              </a:solidFill>
              <a:cs typeface="+mj-cs"/>
            </a:endParaRP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83CBF04F-E1FD-4764-A17C-E60788B075D3}"/>
              </a:ext>
            </a:extLst>
          </p:cNvPr>
          <p:cNvSpPr txBox="1"/>
          <p:nvPr/>
        </p:nvSpPr>
        <p:spPr>
          <a:xfrm>
            <a:off x="9911222" y="1214912"/>
            <a:ext cx="156716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MA" sz="1600" b="1" dirty="0">
                <a:solidFill>
                  <a:srgbClr val="E14601"/>
                </a:solidFill>
                <a:cs typeface="+mj-cs"/>
              </a:rPr>
              <a:t>هنا نكتب وصفا توضيحيا ومختصرا للعنوان في بضعة أسطر</a:t>
            </a:r>
            <a:endParaRPr lang="fr-FR" sz="1600" b="1" dirty="0">
              <a:solidFill>
                <a:srgbClr val="E14601"/>
              </a:solidFill>
              <a:cs typeface="+mj-cs"/>
            </a:endParaRPr>
          </a:p>
        </p:txBody>
      </p:sp>
      <p:grpSp>
        <p:nvGrpSpPr>
          <p:cNvPr id="58" name="Groupe 57">
            <a:extLst>
              <a:ext uri="{FF2B5EF4-FFF2-40B4-BE49-F238E27FC236}">
                <a16:creationId xmlns:a16="http://schemas.microsoft.com/office/drawing/2014/main" id="{DCF8D1B1-B2A3-41E8-8546-CF329CABD7E7}"/>
              </a:ext>
            </a:extLst>
          </p:cNvPr>
          <p:cNvGrpSpPr/>
          <p:nvPr/>
        </p:nvGrpSpPr>
        <p:grpSpPr>
          <a:xfrm>
            <a:off x="400648" y="2338388"/>
            <a:ext cx="2181225" cy="2308622"/>
            <a:chOff x="400648" y="2338388"/>
            <a:chExt cx="2181225" cy="2308622"/>
          </a:xfrm>
        </p:grpSpPr>
        <p:sp>
          <p:nvSpPr>
            <p:cNvPr id="19" name="Ellipse 18">
              <a:extLst>
                <a:ext uri="{FF2B5EF4-FFF2-40B4-BE49-F238E27FC236}">
                  <a16:creationId xmlns:a16="http://schemas.microsoft.com/office/drawing/2014/main" id="{4399DA89-924B-4677-83D1-DCA3ABE52214}"/>
                </a:ext>
              </a:extLst>
            </p:cNvPr>
            <p:cNvSpPr/>
            <p:nvPr/>
          </p:nvSpPr>
          <p:spPr>
            <a:xfrm>
              <a:off x="642938" y="4392216"/>
              <a:ext cx="1696643" cy="254794"/>
            </a:xfrm>
            <a:prstGeom prst="ellipse">
              <a:avLst/>
            </a:prstGeom>
            <a:solidFill>
              <a:schemeClr val="tx1">
                <a:alpha val="50000"/>
              </a:schemeClr>
            </a:solidFill>
            <a:ln>
              <a:noFill/>
            </a:ln>
            <a:effectLst>
              <a:softEdge rad="762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0" name="Ellipse 19">
              <a:extLst>
                <a:ext uri="{FF2B5EF4-FFF2-40B4-BE49-F238E27FC236}">
                  <a16:creationId xmlns:a16="http://schemas.microsoft.com/office/drawing/2014/main" id="{787A278B-C954-467D-B1F5-70368B27679F}"/>
                </a:ext>
              </a:extLst>
            </p:cNvPr>
            <p:cNvSpPr/>
            <p:nvPr/>
          </p:nvSpPr>
          <p:spPr>
            <a:xfrm>
              <a:off x="400648" y="2338388"/>
              <a:ext cx="2181225" cy="2181225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55000">
                  <a:schemeClr val="bg1"/>
                </a:gs>
                <a:gs pos="100000">
                  <a:schemeClr val="bg1">
                    <a:lumMod val="75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reflection blurRad="6350" stA="40000" endPos="40000" dist="508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1" name="Forme libre : forme 20">
              <a:extLst>
                <a:ext uri="{FF2B5EF4-FFF2-40B4-BE49-F238E27FC236}">
                  <a16:creationId xmlns:a16="http://schemas.microsoft.com/office/drawing/2014/main" id="{08223A2A-494E-46CB-B93A-8A63CF2DAD2C}"/>
                </a:ext>
              </a:extLst>
            </p:cNvPr>
            <p:cNvSpPr/>
            <p:nvPr/>
          </p:nvSpPr>
          <p:spPr>
            <a:xfrm>
              <a:off x="1367111" y="2338388"/>
              <a:ext cx="1214760" cy="1455571"/>
            </a:xfrm>
            <a:custGeom>
              <a:avLst/>
              <a:gdLst>
                <a:gd name="connsiteX0" fmla="*/ 23456 w 1214760"/>
                <a:gd name="connsiteY0" fmla="*/ 0 h 1455571"/>
                <a:gd name="connsiteX1" fmla="*/ 1114069 w 1214760"/>
                <a:gd name="connsiteY1" fmla="*/ 1090613 h 1455571"/>
                <a:gd name="connsiteX2" fmla="*/ 1214760 w 1214760"/>
                <a:gd name="connsiteY2" fmla="*/ 1090613 h 1455571"/>
                <a:gd name="connsiteX3" fmla="*/ 885897 w 1214760"/>
                <a:gd name="connsiteY3" fmla="*/ 1455571 h 1455571"/>
                <a:gd name="connsiteX4" fmla="*/ 557034 w 1214760"/>
                <a:gd name="connsiteY4" fmla="*/ 1090613 h 1455571"/>
                <a:gd name="connsiteX5" fmla="*/ 676780 w 1214760"/>
                <a:gd name="connsiteY5" fmla="*/ 1090613 h 1455571"/>
                <a:gd name="connsiteX6" fmla="*/ 680682 w 1214760"/>
                <a:gd name="connsiteY6" fmla="*/ 1042988 h 1455571"/>
                <a:gd name="connsiteX7" fmla="*/ 84996 w 1214760"/>
                <a:gd name="connsiteY7" fmla="*/ 42129 h 1455571"/>
                <a:gd name="connsiteX8" fmla="*/ 0 w 1214760"/>
                <a:gd name="connsiteY8" fmla="*/ 1185 h 1455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14760" h="1455571">
                  <a:moveTo>
                    <a:pt x="23456" y="0"/>
                  </a:moveTo>
                  <a:cubicBezTo>
                    <a:pt x="625785" y="0"/>
                    <a:pt x="1114069" y="488284"/>
                    <a:pt x="1114069" y="1090613"/>
                  </a:cubicBezTo>
                  <a:lnTo>
                    <a:pt x="1214760" y="1090613"/>
                  </a:lnTo>
                  <a:lnTo>
                    <a:pt x="885897" y="1455571"/>
                  </a:lnTo>
                  <a:lnTo>
                    <a:pt x="557034" y="1090613"/>
                  </a:lnTo>
                  <a:lnTo>
                    <a:pt x="676780" y="1090613"/>
                  </a:lnTo>
                  <a:lnTo>
                    <a:pt x="680682" y="1042988"/>
                  </a:lnTo>
                  <a:cubicBezTo>
                    <a:pt x="680682" y="610804"/>
                    <a:pt x="439813" y="234878"/>
                    <a:pt x="84996" y="42129"/>
                  </a:cubicBezTo>
                  <a:lnTo>
                    <a:pt x="0" y="1185"/>
                  </a:lnTo>
                  <a:close/>
                </a:path>
              </a:pathLst>
            </a:custGeom>
            <a:solidFill>
              <a:srgbClr val="A7194B"/>
            </a:solidFill>
            <a:ln>
              <a:noFill/>
            </a:ln>
            <a:effectLst>
              <a:innerShdw blurRad="63500" dist="508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30" name="ZoneTexte 29">
              <a:extLst>
                <a:ext uri="{FF2B5EF4-FFF2-40B4-BE49-F238E27FC236}">
                  <a16:creationId xmlns:a16="http://schemas.microsoft.com/office/drawing/2014/main" id="{6E5BDAA3-5745-4014-8672-3A24E5DFC0B9}"/>
                </a:ext>
              </a:extLst>
            </p:cNvPr>
            <p:cNvSpPr txBox="1"/>
            <p:nvPr/>
          </p:nvSpPr>
          <p:spPr>
            <a:xfrm>
              <a:off x="510184" y="3648880"/>
              <a:ext cx="192405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ar-MA" sz="2000" b="1" dirty="0">
                  <a:solidFill>
                    <a:srgbClr val="A7194B"/>
                  </a:solidFill>
                  <a:cs typeface="+mj-cs"/>
                </a:rPr>
                <a:t>مكان مخصص لكتابة العنوان</a:t>
              </a:r>
              <a:endParaRPr lang="fr-FR" sz="2000" b="1" dirty="0">
                <a:solidFill>
                  <a:srgbClr val="A7194B"/>
                </a:solidFill>
                <a:cs typeface="+mj-cs"/>
              </a:endParaRPr>
            </a:p>
          </p:txBody>
        </p:sp>
        <p:pic>
          <p:nvPicPr>
            <p:cNvPr id="52" name="Graphique 51" descr="Chronomètre">
              <a:extLst>
                <a:ext uri="{FF2B5EF4-FFF2-40B4-BE49-F238E27FC236}">
                  <a16:creationId xmlns:a16="http://schemas.microsoft.com/office/drawing/2014/main" id="{B768C1B1-8D4B-4FE9-851A-1F845CE602A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538" y="2617635"/>
              <a:ext cx="720000" cy="720000"/>
            </a:xfrm>
            <a:prstGeom prst="rect">
              <a:avLst/>
            </a:prstGeom>
          </p:spPr>
        </p:pic>
        <p:sp>
          <p:nvSpPr>
            <p:cNvPr id="53" name="ZoneTexte 52">
              <a:extLst>
                <a:ext uri="{FF2B5EF4-FFF2-40B4-BE49-F238E27FC236}">
                  <a16:creationId xmlns:a16="http://schemas.microsoft.com/office/drawing/2014/main" id="{4E8E16B8-58E0-4EEF-91DF-864D7285E5BD}"/>
                </a:ext>
              </a:extLst>
            </p:cNvPr>
            <p:cNvSpPr txBox="1"/>
            <p:nvPr/>
          </p:nvSpPr>
          <p:spPr>
            <a:xfrm>
              <a:off x="1998903" y="3300532"/>
              <a:ext cx="51138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ar-MA" sz="2400" b="1" dirty="0">
                  <a:solidFill>
                    <a:schemeClr val="bg1"/>
                  </a:solidFill>
                  <a:cs typeface="+mj-cs"/>
                </a:rPr>
                <a:t>01</a:t>
              </a:r>
              <a:endParaRPr lang="fr-FR" sz="2400" b="1" dirty="0">
                <a:solidFill>
                  <a:schemeClr val="bg1"/>
                </a:solidFill>
                <a:cs typeface="+mj-cs"/>
              </a:endParaRPr>
            </a:p>
          </p:txBody>
        </p:sp>
      </p:grpSp>
      <p:grpSp>
        <p:nvGrpSpPr>
          <p:cNvPr id="59" name="Groupe 58">
            <a:extLst>
              <a:ext uri="{FF2B5EF4-FFF2-40B4-BE49-F238E27FC236}">
                <a16:creationId xmlns:a16="http://schemas.microsoft.com/office/drawing/2014/main" id="{0C885A85-3068-4E9A-887F-5081F389B822}"/>
              </a:ext>
            </a:extLst>
          </p:cNvPr>
          <p:cNvGrpSpPr/>
          <p:nvPr/>
        </p:nvGrpSpPr>
        <p:grpSpPr>
          <a:xfrm>
            <a:off x="2703018" y="2338388"/>
            <a:ext cx="2181225" cy="2308622"/>
            <a:chOff x="2703018" y="2338388"/>
            <a:chExt cx="2181225" cy="2308622"/>
          </a:xfrm>
        </p:grpSpPr>
        <p:sp>
          <p:nvSpPr>
            <p:cNvPr id="16" name="Ellipse 15">
              <a:extLst>
                <a:ext uri="{FF2B5EF4-FFF2-40B4-BE49-F238E27FC236}">
                  <a16:creationId xmlns:a16="http://schemas.microsoft.com/office/drawing/2014/main" id="{0805C3FF-F2ED-4538-BD47-78964B39F7AB}"/>
                </a:ext>
              </a:extLst>
            </p:cNvPr>
            <p:cNvSpPr/>
            <p:nvPr/>
          </p:nvSpPr>
          <p:spPr>
            <a:xfrm>
              <a:off x="2945308" y="4392216"/>
              <a:ext cx="1696643" cy="254794"/>
            </a:xfrm>
            <a:prstGeom prst="ellipse">
              <a:avLst/>
            </a:prstGeom>
            <a:solidFill>
              <a:schemeClr val="tx1">
                <a:alpha val="50000"/>
              </a:schemeClr>
            </a:solidFill>
            <a:ln>
              <a:noFill/>
            </a:ln>
            <a:effectLst>
              <a:softEdge rad="762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7" name="Ellipse 16">
              <a:extLst>
                <a:ext uri="{FF2B5EF4-FFF2-40B4-BE49-F238E27FC236}">
                  <a16:creationId xmlns:a16="http://schemas.microsoft.com/office/drawing/2014/main" id="{2CC04393-45C4-4E22-B0D3-F934D02586F4}"/>
                </a:ext>
              </a:extLst>
            </p:cNvPr>
            <p:cNvSpPr/>
            <p:nvPr/>
          </p:nvSpPr>
          <p:spPr>
            <a:xfrm>
              <a:off x="2703018" y="2338388"/>
              <a:ext cx="2181225" cy="2181225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55000">
                  <a:schemeClr val="bg1"/>
                </a:gs>
                <a:gs pos="100000">
                  <a:schemeClr val="bg1">
                    <a:lumMod val="75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reflection blurRad="6350" stA="40000" endPos="40000" dist="508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MA" dirty="0"/>
                <a:t>ابة</a:t>
              </a:r>
              <a:endParaRPr lang="fr-FR" dirty="0"/>
            </a:p>
          </p:txBody>
        </p:sp>
        <p:sp>
          <p:nvSpPr>
            <p:cNvPr id="18" name="Forme libre : forme 17">
              <a:extLst>
                <a:ext uri="{FF2B5EF4-FFF2-40B4-BE49-F238E27FC236}">
                  <a16:creationId xmlns:a16="http://schemas.microsoft.com/office/drawing/2014/main" id="{A286733C-B8B6-41C5-B8EB-A8BBB0D32B41}"/>
                </a:ext>
              </a:extLst>
            </p:cNvPr>
            <p:cNvSpPr/>
            <p:nvPr/>
          </p:nvSpPr>
          <p:spPr>
            <a:xfrm>
              <a:off x="3669481" y="2338388"/>
              <a:ext cx="1214760" cy="1455571"/>
            </a:xfrm>
            <a:custGeom>
              <a:avLst/>
              <a:gdLst>
                <a:gd name="connsiteX0" fmla="*/ 23456 w 1214760"/>
                <a:gd name="connsiteY0" fmla="*/ 0 h 1455571"/>
                <a:gd name="connsiteX1" fmla="*/ 1114069 w 1214760"/>
                <a:gd name="connsiteY1" fmla="*/ 1090613 h 1455571"/>
                <a:gd name="connsiteX2" fmla="*/ 1214760 w 1214760"/>
                <a:gd name="connsiteY2" fmla="*/ 1090613 h 1455571"/>
                <a:gd name="connsiteX3" fmla="*/ 885897 w 1214760"/>
                <a:gd name="connsiteY3" fmla="*/ 1455571 h 1455571"/>
                <a:gd name="connsiteX4" fmla="*/ 557034 w 1214760"/>
                <a:gd name="connsiteY4" fmla="*/ 1090613 h 1455571"/>
                <a:gd name="connsiteX5" fmla="*/ 676780 w 1214760"/>
                <a:gd name="connsiteY5" fmla="*/ 1090613 h 1455571"/>
                <a:gd name="connsiteX6" fmla="*/ 680682 w 1214760"/>
                <a:gd name="connsiteY6" fmla="*/ 1042988 h 1455571"/>
                <a:gd name="connsiteX7" fmla="*/ 84996 w 1214760"/>
                <a:gd name="connsiteY7" fmla="*/ 42129 h 1455571"/>
                <a:gd name="connsiteX8" fmla="*/ 0 w 1214760"/>
                <a:gd name="connsiteY8" fmla="*/ 1185 h 1455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14760" h="1455571">
                  <a:moveTo>
                    <a:pt x="23456" y="0"/>
                  </a:moveTo>
                  <a:cubicBezTo>
                    <a:pt x="625785" y="0"/>
                    <a:pt x="1114069" y="488284"/>
                    <a:pt x="1114069" y="1090613"/>
                  </a:cubicBezTo>
                  <a:lnTo>
                    <a:pt x="1214760" y="1090613"/>
                  </a:lnTo>
                  <a:lnTo>
                    <a:pt x="885897" y="1455571"/>
                  </a:lnTo>
                  <a:lnTo>
                    <a:pt x="557034" y="1090613"/>
                  </a:lnTo>
                  <a:lnTo>
                    <a:pt x="676780" y="1090613"/>
                  </a:lnTo>
                  <a:lnTo>
                    <a:pt x="680682" y="1042988"/>
                  </a:lnTo>
                  <a:cubicBezTo>
                    <a:pt x="680682" y="610804"/>
                    <a:pt x="439813" y="234878"/>
                    <a:pt x="84996" y="42129"/>
                  </a:cubicBezTo>
                  <a:lnTo>
                    <a:pt x="0" y="1185"/>
                  </a:lnTo>
                  <a:close/>
                </a:path>
              </a:pathLst>
            </a:custGeom>
            <a:solidFill>
              <a:srgbClr val="8601B0"/>
            </a:solidFill>
            <a:ln>
              <a:noFill/>
            </a:ln>
            <a:effectLst>
              <a:innerShdw blurRad="63500" dist="508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31" name="ZoneTexte 30">
              <a:extLst>
                <a:ext uri="{FF2B5EF4-FFF2-40B4-BE49-F238E27FC236}">
                  <a16:creationId xmlns:a16="http://schemas.microsoft.com/office/drawing/2014/main" id="{FEFD2840-C07D-47D5-8EF4-40B0F55C32C6}"/>
                </a:ext>
              </a:extLst>
            </p:cNvPr>
            <p:cNvSpPr txBox="1"/>
            <p:nvPr/>
          </p:nvSpPr>
          <p:spPr>
            <a:xfrm>
              <a:off x="2812554" y="3648880"/>
              <a:ext cx="192405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ar-MA" sz="2000" b="1" dirty="0">
                  <a:solidFill>
                    <a:srgbClr val="8601B0"/>
                  </a:solidFill>
                  <a:cs typeface="+mj-cs"/>
                </a:rPr>
                <a:t>مكان مخصص لكتابة العنوان</a:t>
              </a:r>
              <a:endParaRPr lang="fr-FR" sz="2000" b="1" dirty="0">
                <a:solidFill>
                  <a:srgbClr val="8601B0"/>
                </a:solidFill>
                <a:cs typeface="+mj-cs"/>
              </a:endParaRPr>
            </a:p>
          </p:txBody>
        </p:sp>
        <p:pic>
          <p:nvPicPr>
            <p:cNvPr id="50" name="Graphique 49" descr="Cible">
              <a:extLst>
                <a:ext uri="{FF2B5EF4-FFF2-40B4-BE49-F238E27FC236}">
                  <a16:creationId xmlns:a16="http://schemas.microsoft.com/office/drawing/2014/main" id="{3C26BD80-5940-4DB1-9447-1EE3E306473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322737" y="2618486"/>
              <a:ext cx="720000" cy="720000"/>
            </a:xfrm>
            <a:prstGeom prst="rect">
              <a:avLst/>
            </a:prstGeom>
          </p:spPr>
        </p:pic>
        <p:sp>
          <p:nvSpPr>
            <p:cNvPr id="54" name="ZoneTexte 53">
              <a:extLst>
                <a:ext uri="{FF2B5EF4-FFF2-40B4-BE49-F238E27FC236}">
                  <a16:creationId xmlns:a16="http://schemas.microsoft.com/office/drawing/2014/main" id="{CE4B315E-CD9B-4A3D-9319-25D1EF32A382}"/>
                </a:ext>
              </a:extLst>
            </p:cNvPr>
            <p:cNvSpPr txBox="1"/>
            <p:nvPr/>
          </p:nvSpPr>
          <p:spPr>
            <a:xfrm>
              <a:off x="4299032" y="3300534"/>
              <a:ext cx="51138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ar-MA" sz="2400" b="1" dirty="0">
                  <a:solidFill>
                    <a:schemeClr val="bg1"/>
                  </a:solidFill>
                  <a:cs typeface="+mj-cs"/>
                </a:rPr>
                <a:t>02</a:t>
              </a:r>
              <a:endParaRPr lang="fr-FR" sz="2400" b="1" dirty="0">
                <a:solidFill>
                  <a:schemeClr val="bg1"/>
                </a:solidFill>
                <a:cs typeface="+mj-cs"/>
              </a:endParaRPr>
            </a:p>
          </p:txBody>
        </p:sp>
      </p:grpSp>
      <p:grpSp>
        <p:nvGrpSpPr>
          <p:cNvPr id="60" name="Groupe 59">
            <a:extLst>
              <a:ext uri="{FF2B5EF4-FFF2-40B4-BE49-F238E27FC236}">
                <a16:creationId xmlns:a16="http://schemas.microsoft.com/office/drawing/2014/main" id="{6D9A2198-AA3E-46C5-A07C-C0B6B8BBF6A8}"/>
              </a:ext>
            </a:extLst>
          </p:cNvPr>
          <p:cNvGrpSpPr/>
          <p:nvPr/>
        </p:nvGrpSpPr>
        <p:grpSpPr>
          <a:xfrm>
            <a:off x="5005388" y="2338388"/>
            <a:ext cx="2181225" cy="2308622"/>
            <a:chOff x="5005388" y="2338388"/>
            <a:chExt cx="2181225" cy="2308622"/>
          </a:xfrm>
        </p:grpSpPr>
        <p:sp>
          <p:nvSpPr>
            <p:cNvPr id="12" name="Ellipse 11">
              <a:extLst>
                <a:ext uri="{FF2B5EF4-FFF2-40B4-BE49-F238E27FC236}">
                  <a16:creationId xmlns:a16="http://schemas.microsoft.com/office/drawing/2014/main" id="{A081156B-65C0-4194-93E2-6856F95A3AEA}"/>
                </a:ext>
              </a:extLst>
            </p:cNvPr>
            <p:cNvSpPr/>
            <p:nvPr/>
          </p:nvSpPr>
          <p:spPr>
            <a:xfrm>
              <a:off x="5247678" y="4392216"/>
              <a:ext cx="1696643" cy="254794"/>
            </a:xfrm>
            <a:prstGeom prst="ellipse">
              <a:avLst/>
            </a:prstGeom>
            <a:solidFill>
              <a:schemeClr val="tx1">
                <a:alpha val="50000"/>
              </a:schemeClr>
            </a:solidFill>
            <a:ln>
              <a:noFill/>
            </a:ln>
            <a:effectLst>
              <a:softEdge rad="762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" name="Ellipse 3">
              <a:extLst>
                <a:ext uri="{FF2B5EF4-FFF2-40B4-BE49-F238E27FC236}">
                  <a16:creationId xmlns:a16="http://schemas.microsoft.com/office/drawing/2014/main" id="{1EE72F52-C643-4DAF-9EBE-7F3C0BC84AE5}"/>
                </a:ext>
              </a:extLst>
            </p:cNvPr>
            <p:cNvSpPr/>
            <p:nvPr/>
          </p:nvSpPr>
          <p:spPr>
            <a:xfrm>
              <a:off x="5005388" y="2338388"/>
              <a:ext cx="2181225" cy="2181225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55000">
                  <a:schemeClr val="bg1"/>
                </a:gs>
                <a:gs pos="100000">
                  <a:schemeClr val="bg1">
                    <a:lumMod val="75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reflection blurRad="6350" stA="40000" endPos="40000" dist="508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1" name="Forme libre : forme 10">
              <a:extLst>
                <a:ext uri="{FF2B5EF4-FFF2-40B4-BE49-F238E27FC236}">
                  <a16:creationId xmlns:a16="http://schemas.microsoft.com/office/drawing/2014/main" id="{ADFAC5D7-E951-4A3E-864E-2CF46EAB4A41}"/>
                </a:ext>
              </a:extLst>
            </p:cNvPr>
            <p:cNvSpPr/>
            <p:nvPr/>
          </p:nvSpPr>
          <p:spPr>
            <a:xfrm>
              <a:off x="5971851" y="2338388"/>
              <a:ext cx="1214760" cy="1455571"/>
            </a:xfrm>
            <a:custGeom>
              <a:avLst/>
              <a:gdLst>
                <a:gd name="connsiteX0" fmla="*/ 23456 w 1214760"/>
                <a:gd name="connsiteY0" fmla="*/ 0 h 1455571"/>
                <a:gd name="connsiteX1" fmla="*/ 1114069 w 1214760"/>
                <a:gd name="connsiteY1" fmla="*/ 1090613 h 1455571"/>
                <a:gd name="connsiteX2" fmla="*/ 1214760 w 1214760"/>
                <a:gd name="connsiteY2" fmla="*/ 1090613 h 1455571"/>
                <a:gd name="connsiteX3" fmla="*/ 885897 w 1214760"/>
                <a:gd name="connsiteY3" fmla="*/ 1455571 h 1455571"/>
                <a:gd name="connsiteX4" fmla="*/ 557034 w 1214760"/>
                <a:gd name="connsiteY4" fmla="*/ 1090613 h 1455571"/>
                <a:gd name="connsiteX5" fmla="*/ 676780 w 1214760"/>
                <a:gd name="connsiteY5" fmla="*/ 1090613 h 1455571"/>
                <a:gd name="connsiteX6" fmla="*/ 680682 w 1214760"/>
                <a:gd name="connsiteY6" fmla="*/ 1042988 h 1455571"/>
                <a:gd name="connsiteX7" fmla="*/ 84996 w 1214760"/>
                <a:gd name="connsiteY7" fmla="*/ 42129 h 1455571"/>
                <a:gd name="connsiteX8" fmla="*/ 0 w 1214760"/>
                <a:gd name="connsiteY8" fmla="*/ 1185 h 1455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14760" h="1455571">
                  <a:moveTo>
                    <a:pt x="23456" y="0"/>
                  </a:moveTo>
                  <a:cubicBezTo>
                    <a:pt x="625785" y="0"/>
                    <a:pt x="1114069" y="488284"/>
                    <a:pt x="1114069" y="1090613"/>
                  </a:cubicBezTo>
                  <a:lnTo>
                    <a:pt x="1214760" y="1090613"/>
                  </a:lnTo>
                  <a:lnTo>
                    <a:pt x="885897" y="1455571"/>
                  </a:lnTo>
                  <a:lnTo>
                    <a:pt x="557034" y="1090613"/>
                  </a:lnTo>
                  <a:lnTo>
                    <a:pt x="676780" y="1090613"/>
                  </a:lnTo>
                  <a:lnTo>
                    <a:pt x="680682" y="1042988"/>
                  </a:lnTo>
                  <a:cubicBezTo>
                    <a:pt x="680682" y="610804"/>
                    <a:pt x="439813" y="234878"/>
                    <a:pt x="84996" y="42129"/>
                  </a:cubicBezTo>
                  <a:lnTo>
                    <a:pt x="0" y="1185"/>
                  </a:lnTo>
                  <a:close/>
                </a:path>
              </a:pathLst>
            </a:custGeom>
            <a:solidFill>
              <a:srgbClr val="3D01A5"/>
            </a:solidFill>
            <a:ln>
              <a:noFill/>
            </a:ln>
            <a:effectLst>
              <a:innerShdw blurRad="63500" dist="508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32" name="ZoneTexte 31">
              <a:extLst>
                <a:ext uri="{FF2B5EF4-FFF2-40B4-BE49-F238E27FC236}">
                  <a16:creationId xmlns:a16="http://schemas.microsoft.com/office/drawing/2014/main" id="{2019A193-1B0F-47FE-8DA8-D9291FDB5B96}"/>
                </a:ext>
              </a:extLst>
            </p:cNvPr>
            <p:cNvSpPr txBox="1"/>
            <p:nvPr/>
          </p:nvSpPr>
          <p:spPr>
            <a:xfrm>
              <a:off x="5114924" y="3648880"/>
              <a:ext cx="192405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ar-MA" sz="2000" b="1" dirty="0">
                  <a:solidFill>
                    <a:srgbClr val="3D01A5"/>
                  </a:solidFill>
                  <a:cs typeface="+mj-cs"/>
                </a:rPr>
                <a:t>مكان مخصص لكتابة العنوان</a:t>
              </a:r>
              <a:endParaRPr lang="fr-FR" sz="2000" b="1" dirty="0">
                <a:solidFill>
                  <a:srgbClr val="3D01A5"/>
                </a:solidFill>
                <a:cs typeface="+mj-cs"/>
              </a:endParaRPr>
            </a:p>
          </p:txBody>
        </p:sp>
        <p:pic>
          <p:nvPicPr>
            <p:cNvPr id="44" name="Graphique 43" descr="Graphique à barres avec tendance à la hausse">
              <a:extLst>
                <a:ext uri="{FF2B5EF4-FFF2-40B4-BE49-F238E27FC236}">
                  <a16:creationId xmlns:a16="http://schemas.microsoft.com/office/drawing/2014/main" id="{83E33B2D-6CB0-4F9C-BD07-B5CED67A51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551278" y="2617635"/>
              <a:ext cx="720000" cy="720000"/>
            </a:xfrm>
            <a:prstGeom prst="rect">
              <a:avLst/>
            </a:prstGeom>
          </p:spPr>
        </p:pic>
        <p:sp>
          <p:nvSpPr>
            <p:cNvPr id="55" name="ZoneTexte 54">
              <a:extLst>
                <a:ext uri="{FF2B5EF4-FFF2-40B4-BE49-F238E27FC236}">
                  <a16:creationId xmlns:a16="http://schemas.microsoft.com/office/drawing/2014/main" id="{86263644-1A94-4DBC-B40D-07EF0C663A41}"/>
                </a:ext>
              </a:extLst>
            </p:cNvPr>
            <p:cNvSpPr txBox="1"/>
            <p:nvPr/>
          </p:nvSpPr>
          <p:spPr>
            <a:xfrm>
              <a:off x="6606757" y="3310418"/>
              <a:ext cx="51138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ar-MA" sz="2400" b="1" dirty="0">
                  <a:solidFill>
                    <a:schemeClr val="bg1"/>
                  </a:solidFill>
                  <a:cs typeface="+mj-cs"/>
                </a:rPr>
                <a:t>03</a:t>
              </a:r>
              <a:endParaRPr lang="fr-FR" sz="2400" b="1" dirty="0">
                <a:solidFill>
                  <a:schemeClr val="bg1"/>
                </a:solidFill>
                <a:cs typeface="+mj-cs"/>
              </a:endParaRPr>
            </a:p>
          </p:txBody>
        </p:sp>
      </p:grpSp>
      <p:grpSp>
        <p:nvGrpSpPr>
          <p:cNvPr id="61" name="Groupe 60">
            <a:extLst>
              <a:ext uri="{FF2B5EF4-FFF2-40B4-BE49-F238E27FC236}">
                <a16:creationId xmlns:a16="http://schemas.microsoft.com/office/drawing/2014/main" id="{BB2CF755-0F62-4B2B-BCC4-57B2492C5AAB}"/>
              </a:ext>
            </a:extLst>
          </p:cNvPr>
          <p:cNvGrpSpPr/>
          <p:nvPr/>
        </p:nvGrpSpPr>
        <p:grpSpPr>
          <a:xfrm>
            <a:off x="7307757" y="2338387"/>
            <a:ext cx="2181225" cy="2308622"/>
            <a:chOff x="7307757" y="2338387"/>
            <a:chExt cx="2181225" cy="2308622"/>
          </a:xfrm>
        </p:grpSpPr>
        <p:sp>
          <p:nvSpPr>
            <p:cNvPr id="22" name="Ellipse 21">
              <a:extLst>
                <a:ext uri="{FF2B5EF4-FFF2-40B4-BE49-F238E27FC236}">
                  <a16:creationId xmlns:a16="http://schemas.microsoft.com/office/drawing/2014/main" id="{F6801505-2CCC-4B7B-B1F4-FEEC03B6852C}"/>
                </a:ext>
              </a:extLst>
            </p:cNvPr>
            <p:cNvSpPr/>
            <p:nvPr/>
          </p:nvSpPr>
          <p:spPr>
            <a:xfrm>
              <a:off x="7550047" y="4392215"/>
              <a:ext cx="1696643" cy="254794"/>
            </a:xfrm>
            <a:prstGeom prst="ellipse">
              <a:avLst/>
            </a:prstGeom>
            <a:solidFill>
              <a:schemeClr val="tx1">
                <a:alpha val="50000"/>
              </a:schemeClr>
            </a:solidFill>
            <a:ln>
              <a:noFill/>
            </a:ln>
            <a:effectLst>
              <a:softEdge rad="762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3" name="Ellipse 22">
              <a:extLst>
                <a:ext uri="{FF2B5EF4-FFF2-40B4-BE49-F238E27FC236}">
                  <a16:creationId xmlns:a16="http://schemas.microsoft.com/office/drawing/2014/main" id="{7CFC9E24-7924-4C09-9D13-7D6A4D302698}"/>
                </a:ext>
              </a:extLst>
            </p:cNvPr>
            <p:cNvSpPr/>
            <p:nvPr/>
          </p:nvSpPr>
          <p:spPr>
            <a:xfrm>
              <a:off x="7307757" y="2338387"/>
              <a:ext cx="2181225" cy="2181225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55000">
                  <a:schemeClr val="bg1"/>
                </a:gs>
                <a:gs pos="100000">
                  <a:schemeClr val="bg1">
                    <a:lumMod val="75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reflection blurRad="6350" stA="40000" endPos="40000" dist="508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4" name="Forme libre : forme 23">
              <a:extLst>
                <a:ext uri="{FF2B5EF4-FFF2-40B4-BE49-F238E27FC236}">
                  <a16:creationId xmlns:a16="http://schemas.microsoft.com/office/drawing/2014/main" id="{DCD6499A-A930-4B84-A209-E31D432593C8}"/>
                </a:ext>
              </a:extLst>
            </p:cNvPr>
            <p:cNvSpPr/>
            <p:nvPr/>
          </p:nvSpPr>
          <p:spPr>
            <a:xfrm>
              <a:off x="8274220" y="2338387"/>
              <a:ext cx="1214760" cy="1455571"/>
            </a:xfrm>
            <a:custGeom>
              <a:avLst/>
              <a:gdLst>
                <a:gd name="connsiteX0" fmla="*/ 23456 w 1214760"/>
                <a:gd name="connsiteY0" fmla="*/ 0 h 1455571"/>
                <a:gd name="connsiteX1" fmla="*/ 1114069 w 1214760"/>
                <a:gd name="connsiteY1" fmla="*/ 1090613 h 1455571"/>
                <a:gd name="connsiteX2" fmla="*/ 1214760 w 1214760"/>
                <a:gd name="connsiteY2" fmla="*/ 1090613 h 1455571"/>
                <a:gd name="connsiteX3" fmla="*/ 885897 w 1214760"/>
                <a:gd name="connsiteY3" fmla="*/ 1455571 h 1455571"/>
                <a:gd name="connsiteX4" fmla="*/ 557034 w 1214760"/>
                <a:gd name="connsiteY4" fmla="*/ 1090613 h 1455571"/>
                <a:gd name="connsiteX5" fmla="*/ 676780 w 1214760"/>
                <a:gd name="connsiteY5" fmla="*/ 1090613 h 1455571"/>
                <a:gd name="connsiteX6" fmla="*/ 680682 w 1214760"/>
                <a:gd name="connsiteY6" fmla="*/ 1042988 h 1455571"/>
                <a:gd name="connsiteX7" fmla="*/ 84996 w 1214760"/>
                <a:gd name="connsiteY7" fmla="*/ 42129 h 1455571"/>
                <a:gd name="connsiteX8" fmla="*/ 0 w 1214760"/>
                <a:gd name="connsiteY8" fmla="*/ 1185 h 1455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14760" h="1455571">
                  <a:moveTo>
                    <a:pt x="23456" y="0"/>
                  </a:moveTo>
                  <a:cubicBezTo>
                    <a:pt x="625785" y="0"/>
                    <a:pt x="1114069" y="488284"/>
                    <a:pt x="1114069" y="1090613"/>
                  </a:cubicBezTo>
                  <a:lnTo>
                    <a:pt x="1214760" y="1090613"/>
                  </a:lnTo>
                  <a:lnTo>
                    <a:pt x="885897" y="1455571"/>
                  </a:lnTo>
                  <a:lnTo>
                    <a:pt x="557034" y="1090613"/>
                  </a:lnTo>
                  <a:lnTo>
                    <a:pt x="676780" y="1090613"/>
                  </a:lnTo>
                  <a:lnTo>
                    <a:pt x="680682" y="1042988"/>
                  </a:lnTo>
                  <a:cubicBezTo>
                    <a:pt x="680682" y="610804"/>
                    <a:pt x="439813" y="234878"/>
                    <a:pt x="84996" y="42129"/>
                  </a:cubicBezTo>
                  <a:lnTo>
                    <a:pt x="0" y="1185"/>
                  </a:lnTo>
                  <a:close/>
                </a:path>
              </a:pathLst>
            </a:custGeom>
            <a:solidFill>
              <a:srgbClr val="38621C"/>
            </a:solidFill>
            <a:ln>
              <a:noFill/>
            </a:ln>
            <a:effectLst>
              <a:innerShdw blurRad="63500" dist="508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/>
            </a:p>
          </p:txBody>
        </p:sp>
        <p:sp>
          <p:nvSpPr>
            <p:cNvPr id="36" name="ZoneTexte 35">
              <a:extLst>
                <a:ext uri="{FF2B5EF4-FFF2-40B4-BE49-F238E27FC236}">
                  <a16:creationId xmlns:a16="http://schemas.microsoft.com/office/drawing/2014/main" id="{A98DF013-ABAB-4CF4-9FED-12E80B0659A9}"/>
                </a:ext>
              </a:extLst>
            </p:cNvPr>
            <p:cNvSpPr txBox="1"/>
            <p:nvPr/>
          </p:nvSpPr>
          <p:spPr>
            <a:xfrm>
              <a:off x="7417296" y="3643476"/>
              <a:ext cx="192405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ar-MA" sz="2000" b="1" dirty="0">
                  <a:solidFill>
                    <a:srgbClr val="38621C"/>
                  </a:solidFill>
                  <a:cs typeface="+mj-cs"/>
                </a:rPr>
                <a:t>مكان مخصص لكتابة العنوان</a:t>
              </a:r>
              <a:endParaRPr lang="fr-FR" sz="2000" b="1" dirty="0">
                <a:solidFill>
                  <a:srgbClr val="38621C"/>
                </a:solidFill>
                <a:cs typeface="+mj-cs"/>
              </a:endParaRPr>
            </a:p>
          </p:txBody>
        </p:sp>
        <p:pic>
          <p:nvPicPr>
            <p:cNvPr id="46" name="Graphique 45" descr="Statistiques">
              <a:extLst>
                <a:ext uri="{FF2B5EF4-FFF2-40B4-BE49-F238E27FC236}">
                  <a16:creationId xmlns:a16="http://schemas.microsoft.com/office/drawing/2014/main" id="{BE1E2F49-5485-4C5D-AE66-4A5FA2C68F0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853647" y="2630932"/>
              <a:ext cx="720000" cy="720000"/>
            </a:xfrm>
            <a:prstGeom prst="rect">
              <a:avLst/>
            </a:prstGeom>
          </p:spPr>
        </p:pic>
        <p:sp>
          <p:nvSpPr>
            <p:cNvPr id="56" name="ZoneTexte 55">
              <a:extLst>
                <a:ext uri="{FF2B5EF4-FFF2-40B4-BE49-F238E27FC236}">
                  <a16:creationId xmlns:a16="http://schemas.microsoft.com/office/drawing/2014/main" id="{AC75281B-6407-41B4-BD8F-8D234094575D}"/>
                </a:ext>
              </a:extLst>
            </p:cNvPr>
            <p:cNvSpPr txBox="1"/>
            <p:nvPr/>
          </p:nvSpPr>
          <p:spPr>
            <a:xfrm>
              <a:off x="8903774" y="3301076"/>
              <a:ext cx="51138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ar-MA" sz="2400" b="1" dirty="0">
                  <a:solidFill>
                    <a:schemeClr val="bg1"/>
                  </a:solidFill>
                  <a:cs typeface="+mj-cs"/>
                </a:rPr>
                <a:t>04</a:t>
              </a:r>
              <a:endParaRPr lang="fr-FR" sz="2400" b="1" dirty="0">
                <a:solidFill>
                  <a:schemeClr val="bg1"/>
                </a:solidFill>
                <a:cs typeface="+mj-cs"/>
              </a:endParaRPr>
            </a:p>
          </p:txBody>
        </p:sp>
      </p:grpSp>
      <p:grpSp>
        <p:nvGrpSpPr>
          <p:cNvPr id="62" name="Groupe 61">
            <a:extLst>
              <a:ext uri="{FF2B5EF4-FFF2-40B4-BE49-F238E27FC236}">
                <a16:creationId xmlns:a16="http://schemas.microsoft.com/office/drawing/2014/main" id="{61897698-57D9-4EE2-9433-6FF011241715}"/>
              </a:ext>
            </a:extLst>
          </p:cNvPr>
          <p:cNvGrpSpPr/>
          <p:nvPr/>
        </p:nvGrpSpPr>
        <p:grpSpPr>
          <a:xfrm>
            <a:off x="9610127" y="2338387"/>
            <a:ext cx="2181225" cy="2308622"/>
            <a:chOff x="9610127" y="2338387"/>
            <a:chExt cx="2181225" cy="2308622"/>
          </a:xfrm>
        </p:grpSpPr>
        <p:sp>
          <p:nvSpPr>
            <p:cNvPr id="25" name="Ellipse 24">
              <a:extLst>
                <a:ext uri="{FF2B5EF4-FFF2-40B4-BE49-F238E27FC236}">
                  <a16:creationId xmlns:a16="http://schemas.microsoft.com/office/drawing/2014/main" id="{5EC593E7-0668-4048-B5AF-195A216083E7}"/>
                </a:ext>
              </a:extLst>
            </p:cNvPr>
            <p:cNvSpPr/>
            <p:nvPr/>
          </p:nvSpPr>
          <p:spPr>
            <a:xfrm>
              <a:off x="9852417" y="4392215"/>
              <a:ext cx="1696643" cy="254794"/>
            </a:xfrm>
            <a:prstGeom prst="ellipse">
              <a:avLst/>
            </a:prstGeom>
            <a:solidFill>
              <a:schemeClr val="tx1">
                <a:alpha val="50000"/>
              </a:schemeClr>
            </a:solidFill>
            <a:ln>
              <a:noFill/>
            </a:ln>
            <a:effectLst>
              <a:softEdge rad="762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6" name="Ellipse 25">
              <a:extLst>
                <a:ext uri="{FF2B5EF4-FFF2-40B4-BE49-F238E27FC236}">
                  <a16:creationId xmlns:a16="http://schemas.microsoft.com/office/drawing/2014/main" id="{EB3BBCED-94C6-47B5-A2DA-62D6B87F2A25}"/>
                </a:ext>
              </a:extLst>
            </p:cNvPr>
            <p:cNvSpPr/>
            <p:nvPr/>
          </p:nvSpPr>
          <p:spPr>
            <a:xfrm>
              <a:off x="9610127" y="2338387"/>
              <a:ext cx="2181225" cy="2181225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55000">
                  <a:schemeClr val="bg1"/>
                </a:gs>
                <a:gs pos="100000">
                  <a:schemeClr val="bg1">
                    <a:lumMod val="75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reflection blurRad="6350" stA="40000" endPos="40000" dist="508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7" name="Forme libre : forme 26">
              <a:extLst>
                <a:ext uri="{FF2B5EF4-FFF2-40B4-BE49-F238E27FC236}">
                  <a16:creationId xmlns:a16="http://schemas.microsoft.com/office/drawing/2014/main" id="{913D42F7-1F03-4831-AC2E-CB72D6BD3FE6}"/>
                </a:ext>
              </a:extLst>
            </p:cNvPr>
            <p:cNvSpPr/>
            <p:nvPr/>
          </p:nvSpPr>
          <p:spPr>
            <a:xfrm>
              <a:off x="10576590" y="2338387"/>
              <a:ext cx="1214760" cy="1455571"/>
            </a:xfrm>
            <a:custGeom>
              <a:avLst/>
              <a:gdLst>
                <a:gd name="connsiteX0" fmla="*/ 23456 w 1214760"/>
                <a:gd name="connsiteY0" fmla="*/ 0 h 1455571"/>
                <a:gd name="connsiteX1" fmla="*/ 1114069 w 1214760"/>
                <a:gd name="connsiteY1" fmla="*/ 1090613 h 1455571"/>
                <a:gd name="connsiteX2" fmla="*/ 1214760 w 1214760"/>
                <a:gd name="connsiteY2" fmla="*/ 1090613 h 1455571"/>
                <a:gd name="connsiteX3" fmla="*/ 885897 w 1214760"/>
                <a:gd name="connsiteY3" fmla="*/ 1455571 h 1455571"/>
                <a:gd name="connsiteX4" fmla="*/ 557034 w 1214760"/>
                <a:gd name="connsiteY4" fmla="*/ 1090613 h 1455571"/>
                <a:gd name="connsiteX5" fmla="*/ 676780 w 1214760"/>
                <a:gd name="connsiteY5" fmla="*/ 1090613 h 1455571"/>
                <a:gd name="connsiteX6" fmla="*/ 680682 w 1214760"/>
                <a:gd name="connsiteY6" fmla="*/ 1042988 h 1455571"/>
                <a:gd name="connsiteX7" fmla="*/ 84996 w 1214760"/>
                <a:gd name="connsiteY7" fmla="*/ 42129 h 1455571"/>
                <a:gd name="connsiteX8" fmla="*/ 0 w 1214760"/>
                <a:gd name="connsiteY8" fmla="*/ 1185 h 1455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14760" h="1455571">
                  <a:moveTo>
                    <a:pt x="23456" y="0"/>
                  </a:moveTo>
                  <a:cubicBezTo>
                    <a:pt x="625785" y="0"/>
                    <a:pt x="1114069" y="488284"/>
                    <a:pt x="1114069" y="1090613"/>
                  </a:cubicBezTo>
                  <a:lnTo>
                    <a:pt x="1214760" y="1090613"/>
                  </a:lnTo>
                  <a:lnTo>
                    <a:pt x="885897" y="1455571"/>
                  </a:lnTo>
                  <a:lnTo>
                    <a:pt x="557034" y="1090613"/>
                  </a:lnTo>
                  <a:lnTo>
                    <a:pt x="676780" y="1090613"/>
                  </a:lnTo>
                  <a:lnTo>
                    <a:pt x="680682" y="1042988"/>
                  </a:lnTo>
                  <a:cubicBezTo>
                    <a:pt x="680682" y="610804"/>
                    <a:pt x="439813" y="234878"/>
                    <a:pt x="84996" y="42129"/>
                  </a:cubicBezTo>
                  <a:lnTo>
                    <a:pt x="0" y="1185"/>
                  </a:lnTo>
                  <a:close/>
                </a:path>
              </a:pathLst>
            </a:custGeom>
            <a:solidFill>
              <a:srgbClr val="E14601"/>
            </a:solidFill>
            <a:ln>
              <a:noFill/>
            </a:ln>
            <a:effectLst>
              <a:innerShdw blurRad="63500" dist="508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37" name="ZoneTexte 36">
              <a:extLst>
                <a:ext uri="{FF2B5EF4-FFF2-40B4-BE49-F238E27FC236}">
                  <a16:creationId xmlns:a16="http://schemas.microsoft.com/office/drawing/2014/main" id="{03B05555-09C3-4818-A314-032E23F787FE}"/>
                </a:ext>
              </a:extLst>
            </p:cNvPr>
            <p:cNvSpPr txBox="1"/>
            <p:nvPr/>
          </p:nvSpPr>
          <p:spPr>
            <a:xfrm>
              <a:off x="9719668" y="3638072"/>
              <a:ext cx="192405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ar-MA" sz="2000" b="1" dirty="0">
                  <a:solidFill>
                    <a:srgbClr val="E14601"/>
                  </a:solidFill>
                  <a:cs typeface="+mj-cs"/>
                </a:rPr>
                <a:t>مكان مخصص لكتابة العنوان</a:t>
              </a:r>
              <a:endParaRPr lang="fr-FR" sz="2000" b="1" dirty="0">
                <a:solidFill>
                  <a:srgbClr val="E14601"/>
                </a:solidFill>
                <a:cs typeface="+mj-cs"/>
              </a:endParaRPr>
            </a:p>
          </p:txBody>
        </p:sp>
        <p:pic>
          <p:nvPicPr>
            <p:cNvPr id="48" name="Graphique 47" descr="Mille">
              <a:extLst>
                <a:ext uri="{FF2B5EF4-FFF2-40B4-BE49-F238E27FC236}">
                  <a16:creationId xmlns:a16="http://schemas.microsoft.com/office/drawing/2014/main" id="{D23144D2-4849-4337-A05A-B434E1EDD71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0216588" y="2608988"/>
              <a:ext cx="720000" cy="720000"/>
            </a:xfrm>
            <a:prstGeom prst="rect">
              <a:avLst/>
            </a:prstGeom>
          </p:spPr>
        </p:pic>
        <p:sp>
          <p:nvSpPr>
            <p:cNvPr id="57" name="ZoneTexte 56">
              <a:extLst>
                <a:ext uri="{FF2B5EF4-FFF2-40B4-BE49-F238E27FC236}">
                  <a16:creationId xmlns:a16="http://schemas.microsoft.com/office/drawing/2014/main" id="{BE30C9D2-B0E9-4B2B-8DC7-8557F3C9D9D3}"/>
                </a:ext>
              </a:extLst>
            </p:cNvPr>
            <p:cNvSpPr txBox="1"/>
            <p:nvPr/>
          </p:nvSpPr>
          <p:spPr>
            <a:xfrm>
              <a:off x="11212045" y="3300533"/>
              <a:ext cx="51138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ar-MA" sz="2400" b="1" dirty="0">
                  <a:solidFill>
                    <a:schemeClr val="bg1"/>
                  </a:solidFill>
                  <a:cs typeface="+mj-cs"/>
                </a:rPr>
                <a:t>05</a:t>
              </a:r>
              <a:endParaRPr lang="fr-FR" sz="2400" b="1" dirty="0">
                <a:solidFill>
                  <a:schemeClr val="bg1"/>
                </a:solidFill>
                <a:cs typeface="+mj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85294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1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1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2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2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2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2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39" grpId="0"/>
      <p:bldP spid="40" grpId="0"/>
      <p:bldP spid="41" grpId="0"/>
      <p:bldP spid="42" grpId="0"/>
    </p:bld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71</Words>
  <Application>Microsoft Office PowerPoint</Application>
  <PresentationFormat>Grand écran</PresentationFormat>
  <Paragraphs>16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Thème Office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DELL</dc:creator>
  <cp:lastModifiedBy>DELL</cp:lastModifiedBy>
  <cp:revision>7</cp:revision>
  <dcterms:created xsi:type="dcterms:W3CDTF">2020-10-07T20:58:55Z</dcterms:created>
  <dcterms:modified xsi:type="dcterms:W3CDTF">2020-10-08T07:29:02Z</dcterms:modified>
</cp:coreProperties>
</file>