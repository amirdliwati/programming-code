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6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5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9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1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5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7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9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4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60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21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93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04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1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00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7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2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F96C25D-6C8B-4D31-BB73-71B2862EDEC6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B8F6654-C79F-440E-B622-08DAFB942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9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oid 6">
            <a:extLst>
              <a:ext uri="{FF2B5EF4-FFF2-40B4-BE49-F238E27FC236}">
                <a16:creationId xmlns:a16="http://schemas.microsoft.com/office/drawing/2014/main" id="{3B937E33-48A3-4276-AA11-BC97061C1A21}"/>
              </a:ext>
            </a:extLst>
          </p:cNvPr>
          <p:cNvSpPr/>
          <p:nvPr/>
        </p:nvSpPr>
        <p:spPr>
          <a:xfrm>
            <a:off x="1240027" y="929033"/>
            <a:ext cx="9410774" cy="743494"/>
          </a:xfrm>
          <a:custGeom>
            <a:avLst/>
            <a:gdLst>
              <a:gd name="connsiteX0" fmla="*/ 0 w 9404333"/>
              <a:gd name="connsiteY0" fmla="*/ 554807 h 554807"/>
              <a:gd name="connsiteX1" fmla="*/ 138702 w 9404333"/>
              <a:gd name="connsiteY1" fmla="*/ 0 h 554807"/>
              <a:gd name="connsiteX2" fmla="*/ 9265631 w 9404333"/>
              <a:gd name="connsiteY2" fmla="*/ 0 h 554807"/>
              <a:gd name="connsiteX3" fmla="*/ 9404333 w 9404333"/>
              <a:gd name="connsiteY3" fmla="*/ 554807 h 554807"/>
              <a:gd name="connsiteX4" fmla="*/ 0 w 9404333"/>
              <a:gd name="connsiteY4" fmla="*/ 554807 h 554807"/>
              <a:gd name="connsiteX0" fmla="*/ 267698 w 9265631"/>
              <a:gd name="connsiteY0" fmla="*/ 583836 h 583836"/>
              <a:gd name="connsiteX1" fmla="*/ 0 w 9265631"/>
              <a:gd name="connsiteY1" fmla="*/ 0 h 583836"/>
              <a:gd name="connsiteX2" fmla="*/ 9126929 w 9265631"/>
              <a:gd name="connsiteY2" fmla="*/ 0 h 583836"/>
              <a:gd name="connsiteX3" fmla="*/ 9265631 w 9265631"/>
              <a:gd name="connsiteY3" fmla="*/ 554807 h 583836"/>
              <a:gd name="connsiteX4" fmla="*/ 267698 w 9265631"/>
              <a:gd name="connsiteY4" fmla="*/ 583836 h 583836"/>
              <a:gd name="connsiteX0" fmla="*/ 398326 w 9396259"/>
              <a:gd name="connsiteY0" fmla="*/ 743494 h 743494"/>
              <a:gd name="connsiteX1" fmla="*/ 0 w 9396259"/>
              <a:gd name="connsiteY1" fmla="*/ 0 h 743494"/>
              <a:gd name="connsiteX2" fmla="*/ 9257557 w 9396259"/>
              <a:gd name="connsiteY2" fmla="*/ 159658 h 743494"/>
              <a:gd name="connsiteX3" fmla="*/ 9396259 w 9396259"/>
              <a:gd name="connsiteY3" fmla="*/ 714465 h 743494"/>
              <a:gd name="connsiteX4" fmla="*/ 398326 w 9396259"/>
              <a:gd name="connsiteY4" fmla="*/ 743494 h 743494"/>
              <a:gd name="connsiteX0" fmla="*/ 398326 w 9396259"/>
              <a:gd name="connsiteY0" fmla="*/ 743494 h 743494"/>
              <a:gd name="connsiteX1" fmla="*/ 0 w 9396259"/>
              <a:gd name="connsiteY1" fmla="*/ 0 h 743494"/>
              <a:gd name="connsiteX2" fmla="*/ 9286586 w 9396259"/>
              <a:gd name="connsiteY2" fmla="*/ 116116 h 743494"/>
              <a:gd name="connsiteX3" fmla="*/ 9396259 w 9396259"/>
              <a:gd name="connsiteY3" fmla="*/ 714465 h 743494"/>
              <a:gd name="connsiteX4" fmla="*/ 398326 w 9396259"/>
              <a:gd name="connsiteY4" fmla="*/ 743494 h 743494"/>
              <a:gd name="connsiteX0" fmla="*/ 398326 w 9410774"/>
              <a:gd name="connsiteY0" fmla="*/ 743494 h 743494"/>
              <a:gd name="connsiteX1" fmla="*/ 0 w 9410774"/>
              <a:gd name="connsiteY1" fmla="*/ 0 h 743494"/>
              <a:gd name="connsiteX2" fmla="*/ 9286586 w 9410774"/>
              <a:gd name="connsiteY2" fmla="*/ 116116 h 743494"/>
              <a:gd name="connsiteX3" fmla="*/ 9410774 w 9410774"/>
              <a:gd name="connsiteY3" fmla="*/ 685436 h 743494"/>
              <a:gd name="connsiteX4" fmla="*/ 398326 w 9410774"/>
              <a:gd name="connsiteY4" fmla="*/ 743494 h 743494"/>
              <a:gd name="connsiteX0" fmla="*/ 398326 w 9410774"/>
              <a:gd name="connsiteY0" fmla="*/ 743494 h 743494"/>
              <a:gd name="connsiteX1" fmla="*/ 0 w 9410774"/>
              <a:gd name="connsiteY1" fmla="*/ 0 h 743494"/>
              <a:gd name="connsiteX2" fmla="*/ 9141443 w 9410774"/>
              <a:gd name="connsiteY2" fmla="*/ 217716 h 743494"/>
              <a:gd name="connsiteX3" fmla="*/ 9410774 w 9410774"/>
              <a:gd name="connsiteY3" fmla="*/ 685436 h 743494"/>
              <a:gd name="connsiteX4" fmla="*/ 398326 w 9410774"/>
              <a:gd name="connsiteY4" fmla="*/ 743494 h 743494"/>
              <a:gd name="connsiteX0" fmla="*/ 398326 w 9410774"/>
              <a:gd name="connsiteY0" fmla="*/ 743494 h 743494"/>
              <a:gd name="connsiteX1" fmla="*/ 0 w 9410774"/>
              <a:gd name="connsiteY1" fmla="*/ 0 h 743494"/>
              <a:gd name="connsiteX2" fmla="*/ 9141443 w 9410774"/>
              <a:gd name="connsiteY2" fmla="*/ 145145 h 743494"/>
              <a:gd name="connsiteX3" fmla="*/ 9410774 w 9410774"/>
              <a:gd name="connsiteY3" fmla="*/ 685436 h 743494"/>
              <a:gd name="connsiteX4" fmla="*/ 398326 w 9410774"/>
              <a:gd name="connsiteY4" fmla="*/ 743494 h 74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10774" h="743494">
                <a:moveTo>
                  <a:pt x="398326" y="743494"/>
                </a:moveTo>
                <a:lnTo>
                  <a:pt x="0" y="0"/>
                </a:lnTo>
                <a:lnTo>
                  <a:pt x="9141443" y="145145"/>
                </a:lnTo>
                <a:lnTo>
                  <a:pt x="9410774" y="685436"/>
                </a:lnTo>
                <a:lnTo>
                  <a:pt x="398326" y="743494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74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770B1AF-50EA-4B04-8D16-FFD8EAD8D549}"/>
              </a:ext>
            </a:extLst>
          </p:cNvPr>
          <p:cNvSpPr/>
          <p:nvPr/>
        </p:nvSpPr>
        <p:spPr>
          <a:xfrm>
            <a:off x="1219199" y="435429"/>
            <a:ext cx="9510486" cy="7655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190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9C3D2FB-878E-4317-B67F-993A16206C10}"/>
              </a:ext>
            </a:extLst>
          </p:cNvPr>
          <p:cNvSpPr/>
          <p:nvPr/>
        </p:nvSpPr>
        <p:spPr>
          <a:xfrm>
            <a:off x="1636485" y="642425"/>
            <a:ext cx="8657744" cy="35157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10F450-2927-44D5-940D-B2422147550C}"/>
              </a:ext>
            </a:extLst>
          </p:cNvPr>
          <p:cNvGrpSpPr/>
          <p:nvPr/>
        </p:nvGrpSpPr>
        <p:grpSpPr>
          <a:xfrm>
            <a:off x="6679891" y="388313"/>
            <a:ext cx="2208628" cy="4712558"/>
            <a:chOff x="6679891" y="388313"/>
            <a:chExt cx="2208628" cy="4712558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516214F-E766-4B62-9E82-8040C5E96E93}"/>
                </a:ext>
              </a:extLst>
            </p:cNvPr>
            <p:cNvSpPr/>
            <p:nvPr/>
          </p:nvSpPr>
          <p:spPr>
            <a:xfrm>
              <a:off x="7745571" y="2821152"/>
              <a:ext cx="45719" cy="190237"/>
            </a:xfrm>
            <a:custGeom>
              <a:avLst/>
              <a:gdLst>
                <a:gd name="connsiteX0" fmla="*/ 31547 w 31547"/>
                <a:gd name="connsiteY0" fmla="*/ 142875 h 142875"/>
                <a:gd name="connsiteX1" fmla="*/ 114 w 31547"/>
                <a:gd name="connsiteY1" fmla="*/ 74295 h 142875"/>
                <a:gd name="connsiteX2" fmla="*/ 22974 w 31547"/>
                <a:gd name="connsiteY2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47" h="142875">
                  <a:moveTo>
                    <a:pt x="31547" y="142875"/>
                  </a:moveTo>
                  <a:cubicBezTo>
                    <a:pt x="16545" y="120491"/>
                    <a:pt x="1543" y="98107"/>
                    <a:pt x="114" y="74295"/>
                  </a:cubicBezTo>
                  <a:cubicBezTo>
                    <a:pt x="-1315" y="50483"/>
                    <a:pt x="10829" y="25241"/>
                    <a:pt x="22974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3094720-7C51-4532-8AE1-235B96FCE28E}"/>
                </a:ext>
              </a:extLst>
            </p:cNvPr>
            <p:cNvSpPr/>
            <p:nvPr/>
          </p:nvSpPr>
          <p:spPr>
            <a:xfrm>
              <a:off x="6679891" y="2844360"/>
              <a:ext cx="2208628" cy="2208628"/>
            </a:xfrm>
            <a:custGeom>
              <a:avLst/>
              <a:gdLst>
                <a:gd name="connsiteX0" fmla="*/ 1104314 w 2208628"/>
                <a:gd name="connsiteY0" fmla="*/ 137153 h 2208628"/>
                <a:gd name="connsiteX1" fmla="*/ 996529 w 2208628"/>
                <a:gd name="connsiteY1" fmla="*/ 244938 h 2208628"/>
                <a:gd name="connsiteX2" fmla="*/ 1104314 w 2208628"/>
                <a:gd name="connsiteY2" fmla="*/ 352723 h 2208628"/>
                <a:gd name="connsiteX3" fmla="*/ 1212099 w 2208628"/>
                <a:gd name="connsiteY3" fmla="*/ 244938 h 2208628"/>
                <a:gd name="connsiteX4" fmla="*/ 1104314 w 2208628"/>
                <a:gd name="connsiteY4" fmla="*/ 137153 h 2208628"/>
                <a:gd name="connsiteX5" fmla="*/ 1104314 w 2208628"/>
                <a:gd name="connsiteY5" fmla="*/ 0 h 2208628"/>
                <a:gd name="connsiteX6" fmla="*/ 2208628 w 2208628"/>
                <a:gd name="connsiteY6" fmla="*/ 1104314 h 2208628"/>
                <a:gd name="connsiteX7" fmla="*/ 1104314 w 2208628"/>
                <a:gd name="connsiteY7" fmla="*/ 2208628 h 2208628"/>
                <a:gd name="connsiteX8" fmla="*/ 0 w 2208628"/>
                <a:gd name="connsiteY8" fmla="*/ 1104314 h 2208628"/>
                <a:gd name="connsiteX9" fmla="*/ 1104314 w 2208628"/>
                <a:gd name="connsiteY9" fmla="*/ 0 h 220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8628" h="2208628">
                  <a:moveTo>
                    <a:pt x="1104314" y="137153"/>
                  </a:moveTo>
                  <a:cubicBezTo>
                    <a:pt x="1044786" y="137153"/>
                    <a:pt x="996529" y="185410"/>
                    <a:pt x="996529" y="244938"/>
                  </a:cubicBezTo>
                  <a:cubicBezTo>
                    <a:pt x="996529" y="304466"/>
                    <a:pt x="1044786" y="352723"/>
                    <a:pt x="1104314" y="352723"/>
                  </a:cubicBezTo>
                  <a:cubicBezTo>
                    <a:pt x="1163842" y="352723"/>
                    <a:pt x="1212099" y="304466"/>
                    <a:pt x="1212099" y="244938"/>
                  </a:cubicBezTo>
                  <a:cubicBezTo>
                    <a:pt x="1212099" y="185410"/>
                    <a:pt x="1163842" y="137153"/>
                    <a:pt x="1104314" y="137153"/>
                  </a:cubicBezTo>
                  <a:close/>
                  <a:moveTo>
                    <a:pt x="1104314" y="0"/>
                  </a:moveTo>
                  <a:cubicBezTo>
                    <a:pt x="1714210" y="0"/>
                    <a:pt x="2208628" y="494418"/>
                    <a:pt x="2208628" y="1104314"/>
                  </a:cubicBezTo>
                  <a:cubicBezTo>
                    <a:pt x="2208628" y="1714210"/>
                    <a:pt x="1714210" y="2208628"/>
                    <a:pt x="1104314" y="2208628"/>
                  </a:cubicBezTo>
                  <a:cubicBezTo>
                    <a:pt x="494418" y="2208628"/>
                    <a:pt x="0" y="1714210"/>
                    <a:pt x="0" y="1104314"/>
                  </a:cubicBezTo>
                  <a:cubicBezTo>
                    <a:pt x="0" y="494418"/>
                    <a:pt x="494418" y="0"/>
                    <a:pt x="11043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60066">
                    <a:alpha val="50000"/>
                  </a:srgbClr>
                </a:gs>
                <a:gs pos="100000">
                  <a:srgbClr val="CC00CC">
                    <a:alpha val="69804"/>
                  </a:srgbClr>
                </a:gs>
              </a:gsLst>
              <a:lin ang="0" scaled="0"/>
              <a:tileRect/>
            </a:gradFill>
            <a:ln>
              <a:gradFill>
                <a:gsLst>
                  <a:gs pos="0">
                    <a:srgbClr val="660066"/>
                  </a:gs>
                  <a:gs pos="100000">
                    <a:srgbClr val="CC00CC">
                      <a:alpha val="0"/>
                    </a:srgbClr>
                  </a:gs>
                </a:gsLst>
                <a:lin ang="19200000" scaled="0"/>
              </a:gradFill>
            </a:ln>
            <a:effectLst>
              <a:innerShdw blurRad="317500" dir="8400000">
                <a:schemeClr val="bg1"/>
              </a:innerShdw>
              <a:reflection blurRad="6350" stA="35000" endPos="90000" dir="5400000" sy="-100000" algn="bl" rotWithShape="0"/>
            </a:effectLst>
            <a:scene3d>
              <a:camera prst="orthographicFront"/>
              <a:lightRig rig="chilly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0DB7FCD-B0F9-4DE5-BD77-ABD0320C9B7C}"/>
                </a:ext>
              </a:extLst>
            </p:cNvPr>
            <p:cNvGrpSpPr/>
            <p:nvPr/>
          </p:nvGrpSpPr>
          <p:grpSpPr>
            <a:xfrm>
              <a:off x="7399576" y="388313"/>
              <a:ext cx="769257" cy="769257"/>
              <a:chOff x="5877141" y="400287"/>
              <a:chExt cx="769257" cy="769257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EA17841-E8C7-40F1-996D-32016E82F0FB}"/>
                  </a:ext>
                </a:extLst>
              </p:cNvPr>
              <p:cNvSpPr/>
              <p:nvPr/>
            </p:nvSpPr>
            <p:spPr>
              <a:xfrm>
                <a:off x="5877141" y="400287"/>
                <a:ext cx="769257" cy="76925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7085B4D-A1A9-4696-B928-149384449E98}"/>
                  </a:ext>
                </a:extLst>
              </p:cNvPr>
              <p:cNvSpPr/>
              <p:nvPr/>
            </p:nvSpPr>
            <p:spPr>
              <a:xfrm>
                <a:off x="6052450" y="575111"/>
                <a:ext cx="418638" cy="418638"/>
              </a:xfrm>
              <a:prstGeom prst="ellipse">
                <a:avLst/>
              </a:prstGeom>
              <a:gradFill flip="none" rotWithShape="1">
                <a:gsLst>
                  <a:gs pos="0">
                    <a:srgbClr val="660066"/>
                  </a:gs>
                  <a:gs pos="100000">
                    <a:srgbClr val="CC00CC"/>
                  </a:gs>
                </a:gsLst>
                <a:lin ang="0" scaled="0"/>
                <a:tileRect/>
              </a:gradFill>
              <a:ln>
                <a:gradFill>
                  <a:gsLst>
                    <a:gs pos="0">
                      <a:srgbClr val="660066"/>
                    </a:gs>
                    <a:gs pos="100000">
                      <a:srgbClr val="CC00CC">
                        <a:alpha val="0"/>
                      </a:srgbClr>
                    </a:gs>
                  </a:gsLst>
                  <a:lin ang="19200000" scaled="0"/>
                </a:gradFill>
              </a:ln>
              <a:effectLst>
                <a:innerShdw blurRad="317500" dir="8400000">
                  <a:schemeClr val="bg1"/>
                </a:innerShdw>
              </a:effectLst>
              <a:scene3d>
                <a:camera prst="orthographicFront"/>
                <a:lightRig rig="chilly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214B9F5-8F54-475D-8D32-5042F28DBA43}"/>
                </a:ext>
              </a:extLst>
            </p:cNvPr>
            <p:cNvCxnSpPr>
              <a:cxnSpLocks/>
              <a:stCxn id="34" idx="4"/>
              <a:endCxn id="22" idx="5"/>
            </p:cNvCxnSpPr>
            <p:nvPr/>
          </p:nvCxnSpPr>
          <p:spPr>
            <a:xfrm>
              <a:off x="7784205" y="1157570"/>
              <a:ext cx="0" cy="16867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9D41BF1-B65C-4E42-B050-1A4A55E7E054}"/>
                </a:ext>
              </a:extLst>
            </p:cNvPr>
            <p:cNvSpPr/>
            <p:nvPr/>
          </p:nvSpPr>
          <p:spPr>
            <a:xfrm>
              <a:off x="7777118" y="2826093"/>
              <a:ext cx="45719" cy="182438"/>
            </a:xfrm>
            <a:custGeom>
              <a:avLst/>
              <a:gdLst>
                <a:gd name="connsiteX0" fmla="*/ 0 w 64970"/>
                <a:gd name="connsiteY0" fmla="*/ 11823 h 147491"/>
                <a:gd name="connsiteX1" fmla="*/ 62865 w 64970"/>
                <a:gd name="connsiteY1" fmla="*/ 11823 h 147491"/>
                <a:gd name="connsiteX2" fmla="*/ 45720 w 64970"/>
                <a:gd name="connsiteY2" fmla="*/ 134696 h 147491"/>
                <a:gd name="connsiteX3" fmla="*/ 2857 w 64970"/>
                <a:gd name="connsiteY3" fmla="*/ 137553 h 147491"/>
                <a:gd name="connsiteX0" fmla="*/ 0 w 49664"/>
                <a:gd name="connsiteY0" fmla="*/ 3631 h 137775"/>
                <a:gd name="connsiteX1" fmla="*/ 42563 w 49664"/>
                <a:gd name="connsiteY1" fmla="*/ 26491 h 137775"/>
                <a:gd name="connsiteX2" fmla="*/ 45720 w 49664"/>
                <a:gd name="connsiteY2" fmla="*/ 126504 h 137775"/>
                <a:gd name="connsiteX3" fmla="*/ 2857 w 49664"/>
                <a:gd name="connsiteY3" fmla="*/ 129361 h 13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64" h="137775">
                  <a:moveTo>
                    <a:pt x="0" y="3631"/>
                  </a:moveTo>
                  <a:cubicBezTo>
                    <a:pt x="27622" y="-6609"/>
                    <a:pt x="34943" y="6012"/>
                    <a:pt x="42563" y="26491"/>
                  </a:cubicBezTo>
                  <a:cubicBezTo>
                    <a:pt x="50183" y="46970"/>
                    <a:pt x="52338" y="109359"/>
                    <a:pt x="45720" y="126504"/>
                  </a:cubicBezTo>
                  <a:cubicBezTo>
                    <a:pt x="39102" y="143649"/>
                    <a:pt x="19288" y="138410"/>
                    <a:pt x="2857" y="12936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CD65818-302D-465E-B1EC-0A491351A345}"/>
                </a:ext>
              </a:extLst>
            </p:cNvPr>
            <p:cNvSpPr/>
            <p:nvPr/>
          </p:nvSpPr>
          <p:spPr>
            <a:xfrm>
              <a:off x="7751413" y="2804004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23C4DBF-7BD5-4D3A-A172-0F460697E89D}"/>
                </a:ext>
              </a:extLst>
            </p:cNvPr>
            <p:cNvSpPr/>
            <p:nvPr/>
          </p:nvSpPr>
          <p:spPr>
            <a:xfrm>
              <a:off x="7758079" y="2784951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69E80C6-F659-4F10-BD85-5611702E25FD}"/>
                </a:ext>
              </a:extLst>
            </p:cNvPr>
            <p:cNvSpPr/>
            <p:nvPr/>
          </p:nvSpPr>
          <p:spPr>
            <a:xfrm>
              <a:off x="6909288" y="5029874"/>
              <a:ext cx="1794737" cy="70997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74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1" name="Graphic 100" descr="Boardroom">
              <a:extLst>
                <a:ext uri="{FF2B5EF4-FFF2-40B4-BE49-F238E27FC236}">
                  <a16:creationId xmlns:a16="http://schemas.microsoft.com/office/drawing/2014/main" id="{939C7238-7507-4760-A22B-131B08466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88371" y="4161796"/>
              <a:ext cx="914400" cy="914400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90206DD-85E8-4D64-9D95-5F3A62FB1A94}"/>
                </a:ext>
              </a:extLst>
            </p:cNvPr>
            <p:cNvSpPr txBox="1"/>
            <p:nvPr/>
          </p:nvSpPr>
          <p:spPr>
            <a:xfrm>
              <a:off x="7070553" y="3627617"/>
              <a:ext cx="170050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Type your text here. You can add detail information here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EB70517-0CC1-4A0B-A756-2378318C986B}"/>
                </a:ext>
              </a:extLst>
            </p:cNvPr>
            <p:cNvSpPr txBox="1"/>
            <p:nvPr/>
          </p:nvSpPr>
          <p:spPr>
            <a:xfrm>
              <a:off x="7339359" y="3340867"/>
              <a:ext cx="1053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Century Gothic" panose="020B0502020202020204" pitchFamily="34" charset="0"/>
                </a:rPr>
                <a:t>STEP FOUR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090A4C6-0ACE-4A8F-802F-CA2D618C13AC}"/>
              </a:ext>
            </a:extLst>
          </p:cNvPr>
          <p:cNvGrpSpPr/>
          <p:nvPr/>
        </p:nvGrpSpPr>
        <p:grpSpPr>
          <a:xfrm>
            <a:off x="8496628" y="435429"/>
            <a:ext cx="2208628" cy="5326454"/>
            <a:chOff x="8496628" y="435429"/>
            <a:chExt cx="2208628" cy="532645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CCA6C05-9E12-4153-8A2C-8B007D98B6FA}"/>
                </a:ext>
              </a:extLst>
            </p:cNvPr>
            <p:cNvSpPr/>
            <p:nvPr/>
          </p:nvSpPr>
          <p:spPr>
            <a:xfrm>
              <a:off x="9562617" y="3441238"/>
              <a:ext cx="45719" cy="190237"/>
            </a:xfrm>
            <a:custGeom>
              <a:avLst/>
              <a:gdLst>
                <a:gd name="connsiteX0" fmla="*/ 31547 w 31547"/>
                <a:gd name="connsiteY0" fmla="*/ 142875 h 142875"/>
                <a:gd name="connsiteX1" fmla="*/ 114 w 31547"/>
                <a:gd name="connsiteY1" fmla="*/ 74295 h 142875"/>
                <a:gd name="connsiteX2" fmla="*/ 22974 w 31547"/>
                <a:gd name="connsiteY2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47" h="142875">
                  <a:moveTo>
                    <a:pt x="31547" y="142875"/>
                  </a:moveTo>
                  <a:cubicBezTo>
                    <a:pt x="16545" y="120491"/>
                    <a:pt x="1543" y="98107"/>
                    <a:pt x="114" y="74295"/>
                  </a:cubicBezTo>
                  <a:cubicBezTo>
                    <a:pt x="-1315" y="50483"/>
                    <a:pt x="10829" y="25241"/>
                    <a:pt x="22974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CB42899-DD88-45DE-930E-0A28FB23B5EF}"/>
                </a:ext>
              </a:extLst>
            </p:cNvPr>
            <p:cNvSpPr/>
            <p:nvPr/>
          </p:nvSpPr>
          <p:spPr>
            <a:xfrm>
              <a:off x="8496628" y="3462887"/>
              <a:ext cx="2208628" cy="2208628"/>
            </a:xfrm>
            <a:custGeom>
              <a:avLst/>
              <a:gdLst>
                <a:gd name="connsiteX0" fmla="*/ 1104314 w 2208628"/>
                <a:gd name="connsiteY0" fmla="*/ 124227 h 2208628"/>
                <a:gd name="connsiteX1" fmla="*/ 996529 w 2208628"/>
                <a:gd name="connsiteY1" fmla="*/ 232012 h 2208628"/>
                <a:gd name="connsiteX2" fmla="*/ 1104314 w 2208628"/>
                <a:gd name="connsiteY2" fmla="*/ 339797 h 2208628"/>
                <a:gd name="connsiteX3" fmla="*/ 1212099 w 2208628"/>
                <a:gd name="connsiteY3" fmla="*/ 232012 h 2208628"/>
                <a:gd name="connsiteX4" fmla="*/ 1104314 w 2208628"/>
                <a:gd name="connsiteY4" fmla="*/ 124227 h 2208628"/>
                <a:gd name="connsiteX5" fmla="*/ 1104314 w 2208628"/>
                <a:gd name="connsiteY5" fmla="*/ 0 h 2208628"/>
                <a:gd name="connsiteX6" fmla="*/ 2208628 w 2208628"/>
                <a:gd name="connsiteY6" fmla="*/ 1104314 h 2208628"/>
                <a:gd name="connsiteX7" fmla="*/ 1104314 w 2208628"/>
                <a:gd name="connsiteY7" fmla="*/ 2208628 h 2208628"/>
                <a:gd name="connsiteX8" fmla="*/ 0 w 2208628"/>
                <a:gd name="connsiteY8" fmla="*/ 1104314 h 2208628"/>
                <a:gd name="connsiteX9" fmla="*/ 1104314 w 2208628"/>
                <a:gd name="connsiteY9" fmla="*/ 0 h 220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8628" h="2208628">
                  <a:moveTo>
                    <a:pt x="1104314" y="124227"/>
                  </a:moveTo>
                  <a:cubicBezTo>
                    <a:pt x="1044786" y="124227"/>
                    <a:pt x="996529" y="172484"/>
                    <a:pt x="996529" y="232012"/>
                  </a:cubicBezTo>
                  <a:cubicBezTo>
                    <a:pt x="996529" y="291540"/>
                    <a:pt x="1044786" y="339797"/>
                    <a:pt x="1104314" y="339797"/>
                  </a:cubicBezTo>
                  <a:cubicBezTo>
                    <a:pt x="1163842" y="339797"/>
                    <a:pt x="1212099" y="291540"/>
                    <a:pt x="1212099" y="232012"/>
                  </a:cubicBezTo>
                  <a:cubicBezTo>
                    <a:pt x="1212099" y="172484"/>
                    <a:pt x="1163842" y="124227"/>
                    <a:pt x="1104314" y="124227"/>
                  </a:cubicBezTo>
                  <a:close/>
                  <a:moveTo>
                    <a:pt x="1104314" y="0"/>
                  </a:moveTo>
                  <a:cubicBezTo>
                    <a:pt x="1714210" y="0"/>
                    <a:pt x="2208628" y="494418"/>
                    <a:pt x="2208628" y="1104314"/>
                  </a:cubicBezTo>
                  <a:cubicBezTo>
                    <a:pt x="2208628" y="1714210"/>
                    <a:pt x="1714210" y="2208628"/>
                    <a:pt x="1104314" y="2208628"/>
                  </a:cubicBezTo>
                  <a:cubicBezTo>
                    <a:pt x="494418" y="2208628"/>
                    <a:pt x="0" y="1714210"/>
                    <a:pt x="0" y="1104314"/>
                  </a:cubicBezTo>
                  <a:cubicBezTo>
                    <a:pt x="0" y="494418"/>
                    <a:pt x="494418" y="0"/>
                    <a:pt x="11043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66">
                    <a:alpha val="49804"/>
                  </a:srgbClr>
                </a:gs>
                <a:gs pos="100000">
                  <a:srgbClr val="FF3399">
                    <a:alpha val="69804"/>
                  </a:srgbClr>
                </a:gs>
              </a:gsLst>
              <a:lin ang="0" scaled="0"/>
              <a:tileRect/>
            </a:gradFill>
            <a:ln>
              <a:gradFill>
                <a:gsLst>
                  <a:gs pos="0">
                    <a:srgbClr val="FF0066"/>
                  </a:gs>
                  <a:gs pos="100000">
                    <a:srgbClr val="FF3399">
                      <a:alpha val="0"/>
                    </a:srgbClr>
                  </a:gs>
                </a:gsLst>
                <a:lin ang="19200000" scaled="0"/>
              </a:gradFill>
            </a:ln>
            <a:effectLst>
              <a:innerShdw blurRad="317500" dir="8400000">
                <a:schemeClr val="bg1"/>
              </a:innerShdw>
              <a:reflection blurRad="6350" stA="35000" endPos="90000" dir="5400000" sy="-100000" algn="bl" rotWithShape="0"/>
            </a:effectLst>
            <a:scene3d>
              <a:camera prst="orthographicFront"/>
              <a:lightRig rig="chilly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A28B76C-5107-436E-B803-6592BADC7185}"/>
                </a:ext>
              </a:extLst>
            </p:cNvPr>
            <p:cNvGrpSpPr/>
            <p:nvPr/>
          </p:nvGrpSpPr>
          <p:grpSpPr>
            <a:xfrm>
              <a:off x="9217095" y="435429"/>
              <a:ext cx="769257" cy="769257"/>
              <a:chOff x="7255412" y="400287"/>
              <a:chExt cx="769257" cy="769257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E32F8C6-A1E2-4A41-ACB9-A9D887FE8A80}"/>
                  </a:ext>
                </a:extLst>
              </p:cNvPr>
              <p:cNvSpPr/>
              <p:nvPr/>
            </p:nvSpPr>
            <p:spPr>
              <a:xfrm>
                <a:off x="7255412" y="400287"/>
                <a:ext cx="769257" cy="76925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8B37D97-0B59-4F86-8678-171A761C541D}"/>
                  </a:ext>
                </a:extLst>
              </p:cNvPr>
              <p:cNvSpPr/>
              <p:nvPr/>
            </p:nvSpPr>
            <p:spPr>
              <a:xfrm>
                <a:off x="7430721" y="575111"/>
                <a:ext cx="418638" cy="418638"/>
              </a:xfrm>
              <a:prstGeom prst="ellipse">
                <a:avLst/>
              </a:prstGeom>
              <a:gradFill flip="none" rotWithShape="1">
                <a:gsLst>
                  <a:gs pos="0">
                    <a:srgbClr val="FF0066"/>
                  </a:gs>
                  <a:gs pos="100000">
                    <a:srgbClr val="FF3399"/>
                  </a:gs>
                </a:gsLst>
                <a:lin ang="0" scaled="0"/>
                <a:tileRect/>
              </a:gradFill>
              <a:ln>
                <a:gradFill>
                  <a:gsLst>
                    <a:gs pos="0">
                      <a:srgbClr val="FF0066"/>
                    </a:gs>
                    <a:gs pos="100000">
                      <a:srgbClr val="FF3399">
                        <a:alpha val="0"/>
                      </a:srgbClr>
                    </a:gs>
                  </a:gsLst>
                  <a:lin ang="19200000" scaled="0"/>
                </a:gradFill>
              </a:ln>
              <a:effectLst>
                <a:innerShdw blurRad="317500" dir="8400000">
                  <a:schemeClr val="bg1"/>
                </a:innerShdw>
              </a:effectLst>
              <a:scene3d>
                <a:camera prst="orthographicFront"/>
                <a:lightRig rig="chilly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5D97D61-3B74-473E-B47D-20E6942675C3}"/>
                </a:ext>
              </a:extLst>
            </p:cNvPr>
            <p:cNvCxnSpPr>
              <a:cxnSpLocks/>
              <a:stCxn id="36" idx="4"/>
              <a:endCxn id="23" idx="5"/>
            </p:cNvCxnSpPr>
            <p:nvPr/>
          </p:nvCxnSpPr>
          <p:spPr>
            <a:xfrm flipH="1">
              <a:off x="9600942" y="1204686"/>
              <a:ext cx="782" cy="22582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2A2AEA3-0A47-404D-BA63-A6A151284C7A}"/>
                </a:ext>
              </a:extLst>
            </p:cNvPr>
            <p:cNvSpPr/>
            <p:nvPr/>
          </p:nvSpPr>
          <p:spPr>
            <a:xfrm>
              <a:off x="9594164" y="3446179"/>
              <a:ext cx="45719" cy="182438"/>
            </a:xfrm>
            <a:custGeom>
              <a:avLst/>
              <a:gdLst>
                <a:gd name="connsiteX0" fmla="*/ 0 w 64970"/>
                <a:gd name="connsiteY0" fmla="*/ 11823 h 147491"/>
                <a:gd name="connsiteX1" fmla="*/ 62865 w 64970"/>
                <a:gd name="connsiteY1" fmla="*/ 11823 h 147491"/>
                <a:gd name="connsiteX2" fmla="*/ 45720 w 64970"/>
                <a:gd name="connsiteY2" fmla="*/ 134696 h 147491"/>
                <a:gd name="connsiteX3" fmla="*/ 2857 w 64970"/>
                <a:gd name="connsiteY3" fmla="*/ 137553 h 147491"/>
                <a:gd name="connsiteX0" fmla="*/ 0 w 49664"/>
                <a:gd name="connsiteY0" fmla="*/ 3631 h 137775"/>
                <a:gd name="connsiteX1" fmla="*/ 42563 w 49664"/>
                <a:gd name="connsiteY1" fmla="*/ 26491 h 137775"/>
                <a:gd name="connsiteX2" fmla="*/ 45720 w 49664"/>
                <a:gd name="connsiteY2" fmla="*/ 126504 h 137775"/>
                <a:gd name="connsiteX3" fmla="*/ 2857 w 49664"/>
                <a:gd name="connsiteY3" fmla="*/ 129361 h 13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64" h="137775">
                  <a:moveTo>
                    <a:pt x="0" y="3631"/>
                  </a:moveTo>
                  <a:cubicBezTo>
                    <a:pt x="27622" y="-6609"/>
                    <a:pt x="34943" y="6012"/>
                    <a:pt x="42563" y="26491"/>
                  </a:cubicBezTo>
                  <a:cubicBezTo>
                    <a:pt x="50183" y="46970"/>
                    <a:pt x="52338" y="109359"/>
                    <a:pt x="45720" y="126504"/>
                  </a:cubicBezTo>
                  <a:cubicBezTo>
                    <a:pt x="39102" y="143649"/>
                    <a:pt x="19288" y="138410"/>
                    <a:pt x="2857" y="12936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58B8F7C-74DA-4C48-AF4F-AC70DAA0F081}"/>
                </a:ext>
              </a:extLst>
            </p:cNvPr>
            <p:cNvSpPr/>
            <p:nvPr/>
          </p:nvSpPr>
          <p:spPr>
            <a:xfrm>
              <a:off x="9568459" y="3424090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2A0E65F2-9997-4D1C-84DC-F85F573B215D}"/>
                </a:ext>
              </a:extLst>
            </p:cNvPr>
            <p:cNvSpPr/>
            <p:nvPr/>
          </p:nvSpPr>
          <p:spPr>
            <a:xfrm>
              <a:off x="9575125" y="3405037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6CD492D-9EE2-49DC-BCB4-B7D0D832510B}"/>
                </a:ext>
              </a:extLst>
            </p:cNvPr>
            <p:cNvSpPr/>
            <p:nvPr/>
          </p:nvSpPr>
          <p:spPr>
            <a:xfrm>
              <a:off x="8742514" y="5690886"/>
              <a:ext cx="1794737" cy="70997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74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Graphic 104" descr="Presentation with media">
              <a:extLst>
                <a:ext uri="{FF2B5EF4-FFF2-40B4-BE49-F238E27FC236}">
                  <a16:creationId xmlns:a16="http://schemas.microsoft.com/office/drawing/2014/main" id="{A498FE51-820D-4997-9627-DE8C401EF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59823" y="4789980"/>
              <a:ext cx="914400" cy="914400"/>
            </a:xfrm>
            <a:prstGeom prst="rect">
              <a:avLst/>
            </a:prstGeom>
          </p:spPr>
        </p:pic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D617B1A-622D-4DC3-909F-3F23E8D088BD}"/>
                </a:ext>
              </a:extLst>
            </p:cNvPr>
            <p:cNvSpPr txBox="1"/>
            <p:nvPr/>
          </p:nvSpPr>
          <p:spPr>
            <a:xfrm>
              <a:off x="8850217" y="4183085"/>
              <a:ext cx="170050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Type your text here. You can add detail information here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5064E40-2020-4E30-A5F7-7EA1DB6C1E9F}"/>
                </a:ext>
              </a:extLst>
            </p:cNvPr>
            <p:cNvSpPr txBox="1"/>
            <p:nvPr/>
          </p:nvSpPr>
          <p:spPr>
            <a:xfrm>
              <a:off x="9119023" y="3896335"/>
              <a:ext cx="9509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Century Gothic" panose="020B0502020202020204" pitchFamily="34" charset="0"/>
                </a:rPr>
                <a:t>STEP FIVE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FA8295-C1A7-4773-88C6-725B3B35F50D}"/>
              </a:ext>
            </a:extLst>
          </p:cNvPr>
          <p:cNvGrpSpPr/>
          <p:nvPr/>
        </p:nvGrpSpPr>
        <p:grpSpPr>
          <a:xfrm>
            <a:off x="2946244" y="414801"/>
            <a:ext cx="2208628" cy="5188114"/>
            <a:chOff x="2946244" y="414801"/>
            <a:chExt cx="2208628" cy="5188114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7BE03DD-D845-433B-8D65-3F374AC9FB91}"/>
                </a:ext>
              </a:extLst>
            </p:cNvPr>
            <p:cNvSpPr/>
            <p:nvPr/>
          </p:nvSpPr>
          <p:spPr>
            <a:xfrm>
              <a:off x="4011925" y="3297855"/>
              <a:ext cx="45719" cy="190237"/>
            </a:xfrm>
            <a:custGeom>
              <a:avLst/>
              <a:gdLst>
                <a:gd name="connsiteX0" fmla="*/ 31547 w 31547"/>
                <a:gd name="connsiteY0" fmla="*/ 142875 h 142875"/>
                <a:gd name="connsiteX1" fmla="*/ 114 w 31547"/>
                <a:gd name="connsiteY1" fmla="*/ 74295 h 142875"/>
                <a:gd name="connsiteX2" fmla="*/ 22974 w 31547"/>
                <a:gd name="connsiteY2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47" h="142875">
                  <a:moveTo>
                    <a:pt x="31547" y="142875"/>
                  </a:moveTo>
                  <a:cubicBezTo>
                    <a:pt x="16545" y="120491"/>
                    <a:pt x="1543" y="98107"/>
                    <a:pt x="114" y="74295"/>
                  </a:cubicBezTo>
                  <a:cubicBezTo>
                    <a:pt x="-1315" y="50483"/>
                    <a:pt x="10829" y="25241"/>
                    <a:pt x="22974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89F9BD3-AFE2-479D-8EFA-651C98F06908}"/>
                </a:ext>
              </a:extLst>
            </p:cNvPr>
            <p:cNvSpPr/>
            <p:nvPr/>
          </p:nvSpPr>
          <p:spPr>
            <a:xfrm>
              <a:off x="2946244" y="3308817"/>
              <a:ext cx="2208628" cy="2208628"/>
            </a:xfrm>
            <a:custGeom>
              <a:avLst/>
              <a:gdLst>
                <a:gd name="connsiteX0" fmla="*/ 1104314 w 2208628"/>
                <a:gd name="connsiteY0" fmla="*/ 123187 h 2208628"/>
                <a:gd name="connsiteX1" fmla="*/ 996529 w 2208628"/>
                <a:gd name="connsiteY1" fmla="*/ 230972 h 2208628"/>
                <a:gd name="connsiteX2" fmla="*/ 1104314 w 2208628"/>
                <a:gd name="connsiteY2" fmla="*/ 338757 h 2208628"/>
                <a:gd name="connsiteX3" fmla="*/ 1212099 w 2208628"/>
                <a:gd name="connsiteY3" fmla="*/ 230972 h 2208628"/>
                <a:gd name="connsiteX4" fmla="*/ 1104314 w 2208628"/>
                <a:gd name="connsiteY4" fmla="*/ 123187 h 2208628"/>
                <a:gd name="connsiteX5" fmla="*/ 1104314 w 2208628"/>
                <a:gd name="connsiteY5" fmla="*/ 0 h 2208628"/>
                <a:gd name="connsiteX6" fmla="*/ 2208628 w 2208628"/>
                <a:gd name="connsiteY6" fmla="*/ 1104314 h 2208628"/>
                <a:gd name="connsiteX7" fmla="*/ 1104314 w 2208628"/>
                <a:gd name="connsiteY7" fmla="*/ 2208628 h 2208628"/>
                <a:gd name="connsiteX8" fmla="*/ 0 w 2208628"/>
                <a:gd name="connsiteY8" fmla="*/ 1104314 h 2208628"/>
                <a:gd name="connsiteX9" fmla="*/ 1104314 w 2208628"/>
                <a:gd name="connsiteY9" fmla="*/ 0 h 220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8628" h="2208628">
                  <a:moveTo>
                    <a:pt x="1104314" y="123187"/>
                  </a:moveTo>
                  <a:cubicBezTo>
                    <a:pt x="1044786" y="123187"/>
                    <a:pt x="996529" y="171444"/>
                    <a:pt x="996529" y="230972"/>
                  </a:cubicBezTo>
                  <a:cubicBezTo>
                    <a:pt x="996529" y="290500"/>
                    <a:pt x="1044786" y="338757"/>
                    <a:pt x="1104314" y="338757"/>
                  </a:cubicBezTo>
                  <a:cubicBezTo>
                    <a:pt x="1163842" y="338757"/>
                    <a:pt x="1212099" y="290500"/>
                    <a:pt x="1212099" y="230972"/>
                  </a:cubicBezTo>
                  <a:cubicBezTo>
                    <a:pt x="1212099" y="171444"/>
                    <a:pt x="1163842" y="123187"/>
                    <a:pt x="1104314" y="123187"/>
                  </a:cubicBezTo>
                  <a:close/>
                  <a:moveTo>
                    <a:pt x="1104314" y="0"/>
                  </a:moveTo>
                  <a:cubicBezTo>
                    <a:pt x="1714210" y="0"/>
                    <a:pt x="2208628" y="494418"/>
                    <a:pt x="2208628" y="1104314"/>
                  </a:cubicBezTo>
                  <a:cubicBezTo>
                    <a:pt x="2208628" y="1714210"/>
                    <a:pt x="1714210" y="2208628"/>
                    <a:pt x="1104314" y="2208628"/>
                  </a:cubicBezTo>
                  <a:cubicBezTo>
                    <a:pt x="494418" y="2208628"/>
                    <a:pt x="0" y="1714210"/>
                    <a:pt x="0" y="1104314"/>
                  </a:cubicBezTo>
                  <a:cubicBezTo>
                    <a:pt x="0" y="494418"/>
                    <a:pt x="494418" y="0"/>
                    <a:pt x="11043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9CC">
                    <a:alpha val="49804"/>
                  </a:srgbClr>
                </a:gs>
                <a:gs pos="100000">
                  <a:srgbClr val="00CCFF">
                    <a:alpha val="69804"/>
                  </a:srgbClr>
                </a:gs>
              </a:gsLst>
              <a:lin ang="0" scaled="1"/>
              <a:tileRect/>
            </a:gradFill>
            <a:ln>
              <a:gradFill>
                <a:gsLst>
                  <a:gs pos="0">
                    <a:srgbClr val="0099CC"/>
                  </a:gs>
                  <a:gs pos="100000">
                    <a:srgbClr val="00CCFF">
                      <a:alpha val="0"/>
                    </a:srgbClr>
                  </a:gs>
                </a:gsLst>
                <a:lin ang="19200000" scaled="0"/>
              </a:gradFill>
            </a:ln>
            <a:effectLst>
              <a:innerShdw blurRad="317500" dir="8400000">
                <a:schemeClr val="bg1"/>
              </a:innerShdw>
              <a:reflection blurRad="6350" stA="35000" endPos="9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283ED2C-FB38-4E24-BB58-E4DD922AE5D3}"/>
                </a:ext>
              </a:extLst>
            </p:cNvPr>
            <p:cNvGrpSpPr/>
            <p:nvPr/>
          </p:nvGrpSpPr>
          <p:grpSpPr>
            <a:xfrm>
              <a:off x="3657625" y="414801"/>
              <a:ext cx="769257" cy="769257"/>
              <a:chOff x="3120599" y="400287"/>
              <a:chExt cx="769257" cy="76925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722BFA1-8133-4D7D-98FB-358C29FC0D02}"/>
                  </a:ext>
                </a:extLst>
              </p:cNvPr>
              <p:cNvSpPr/>
              <p:nvPr/>
            </p:nvSpPr>
            <p:spPr>
              <a:xfrm>
                <a:off x="3120599" y="400287"/>
                <a:ext cx="769257" cy="76925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46ADDB2-FE29-4DBC-9B09-410876138581}"/>
                  </a:ext>
                </a:extLst>
              </p:cNvPr>
              <p:cNvSpPr/>
              <p:nvPr/>
            </p:nvSpPr>
            <p:spPr>
              <a:xfrm>
                <a:off x="3295908" y="575111"/>
                <a:ext cx="418638" cy="418638"/>
              </a:xfrm>
              <a:prstGeom prst="ellipse">
                <a:avLst/>
              </a:prstGeom>
              <a:gradFill flip="none" rotWithShape="1">
                <a:gsLst>
                  <a:gs pos="0">
                    <a:srgbClr val="0099CC"/>
                  </a:gs>
                  <a:gs pos="100000">
                    <a:srgbClr val="00CCFF"/>
                  </a:gs>
                </a:gsLst>
                <a:lin ang="0" scaled="1"/>
                <a:tileRect/>
              </a:gradFill>
              <a:ln>
                <a:gradFill>
                  <a:gsLst>
                    <a:gs pos="0">
                      <a:srgbClr val="0099CC"/>
                    </a:gs>
                    <a:gs pos="100000">
                      <a:srgbClr val="00CCFF">
                        <a:alpha val="0"/>
                      </a:srgbClr>
                    </a:gs>
                  </a:gsLst>
                  <a:lin ang="19200000" scaled="0"/>
                </a:gradFill>
              </a:ln>
              <a:effectLst>
                <a:innerShdw blurRad="317500" dir="84000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AB7DF42-404C-4667-ACEF-E1455B4B57F8}"/>
                </a:ext>
              </a:extLst>
            </p:cNvPr>
            <p:cNvCxnSpPr>
              <a:cxnSpLocks/>
              <a:stCxn id="30" idx="4"/>
              <a:endCxn id="19" idx="5"/>
            </p:cNvCxnSpPr>
            <p:nvPr/>
          </p:nvCxnSpPr>
          <p:spPr>
            <a:xfrm>
              <a:off x="4042254" y="1184058"/>
              <a:ext cx="8304" cy="21247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1654E2A-E43B-4221-AFC7-1E564C660AFB}"/>
                </a:ext>
              </a:extLst>
            </p:cNvPr>
            <p:cNvSpPr/>
            <p:nvPr/>
          </p:nvSpPr>
          <p:spPr>
            <a:xfrm>
              <a:off x="4043472" y="3302796"/>
              <a:ext cx="45719" cy="182438"/>
            </a:xfrm>
            <a:custGeom>
              <a:avLst/>
              <a:gdLst>
                <a:gd name="connsiteX0" fmla="*/ 0 w 64970"/>
                <a:gd name="connsiteY0" fmla="*/ 11823 h 147491"/>
                <a:gd name="connsiteX1" fmla="*/ 62865 w 64970"/>
                <a:gd name="connsiteY1" fmla="*/ 11823 h 147491"/>
                <a:gd name="connsiteX2" fmla="*/ 45720 w 64970"/>
                <a:gd name="connsiteY2" fmla="*/ 134696 h 147491"/>
                <a:gd name="connsiteX3" fmla="*/ 2857 w 64970"/>
                <a:gd name="connsiteY3" fmla="*/ 137553 h 147491"/>
                <a:gd name="connsiteX0" fmla="*/ 0 w 49664"/>
                <a:gd name="connsiteY0" fmla="*/ 3631 h 137775"/>
                <a:gd name="connsiteX1" fmla="*/ 42563 w 49664"/>
                <a:gd name="connsiteY1" fmla="*/ 26491 h 137775"/>
                <a:gd name="connsiteX2" fmla="*/ 45720 w 49664"/>
                <a:gd name="connsiteY2" fmla="*/ 126504 h 137775"/>
                <a:gd name="connsiteX3" fmla="*/ 2857 w 49664"/>
                <a:gd name="connsiteY3" fmla="*/ 129361 h 13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64" h="137775">
                  <a:moveTo>
                    <a:pt x="0" y="3631"/>
                  </a:moveTo>
                  <a:cubicBezTo>
                    <a:pt x="27622" y="-6609"/>
                    <a:pt x="34943" y="6012"/>
                    <a:pt x="42563" y="26491"/>
                  </a:cubicBezTo>
                  <a:cubicBezTo>
                    <a:pt x="50183" y="46970"/>
                    <a:pt x="52338" y="109359"/>
                    <a:pt x="45720" y="126504"/>
                  </a:cubicBezTo>
                  <a:cubicBezTo>
                    <a:pt x="39102" y="143649"/>
                    <a:pt x="19288" y="138410"/>
                    <a:pt x="2857" y="12936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B0A1992-ADCB-478E-ACC2-C977A99DD7AF}"/>
                </a:ext>
              </a:extLst>
            </p:cNvPr>
            <p:cNvSpPr/>
            <p:nvPr/>
          </p:nvSpPr>
          <p:spPr>
            <a:xfrm>
              <a:off x="4017767" y="3280707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64F327D-3774-4617-B795-F3350EC95C25}"/>
                </a:ext>
              </a:extLst>
            </p:cNvPr>
            <p:cNvSpPr/>
            <p:nvPr/>
          </p:nvSpPr>
          <p:spPr>
            <a:xfrm>
              <a:off x="4024433" y="3261654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0AB8EA1-3F30-4177-82AE-0C56809CBE97}"/>
                </a:ext>
              </a:extLst>
            </p:cNvPr>
            <p:cNvSpPr/>
            <p:nvPr/>
          </p:nvSpPr>
          <p:spPr>
            <a:xfrm>
              <a:off x="3168962" y="5531918"/>
              <a:ext cx="1794737" cy="70997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74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7" name="Graphic 106" descr="Handshake">
              <a:extLst>
                <a:ext uri="{FF2B5EF4-FFF2-40B4-BE49-F238E27FC236}">
                  <a16:creationId xmlns:a16="http://schemas.microsoft.com/office/drawing/2014/main" id="{A0401EEF-0CEE-4134-9986-03D94A5ED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19063" y="4683714"/>
              <a:ext cx="914400" cy="914400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FCB114E-30DC-4937-915F-46F567371654}"/>
                </a:ext>
              </a:extLst>
            </p:cNvPr>
            <p:cNvSpPr txBox="1"/>
            <p:nvPr/>
          </p:nvSpPr>
          <p:spPr>
            <a:xfrm>
              <a:off x="3352837" y="4113442"/>
              <a:ext cx="170050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Type your text here. You can add detail information here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979B25A-B4B7-490A-980C-521069971679}"/>
                </a:ext>
              </a:extLst>
            </p:cNvPr>
            <p:cNvSpPr txBox="1"/>
            <p:nvPr/>
          </p:nvSpPr>
          <p:spPr>
            <a:xfrm>
              <a:off x="3621643" y="3826692"/>
              <a:ext cx="9845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Century Gothic" panose="020B0502020202020204" pitchFamily="34" charset="0"/>
                </a:rPr>
                <a:t>STEP TWO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E74503D-3E31-4501-ACC1-9E54432DCB14}"/>
              </a:ext>
            </a:extLst>
          </p:cNvPr>
          <p:cNvGrpSpPr/>
          <p:nvPr/>
        </p:nvGrpSpPr>
        <p:grpSpPr>
          <a:xfrm>
            <a:off x="4864290" y="359569"/>
            <a:ext cx="2208628" cy="5340577"/>
            <a:chOff x="4864290" y="359569"/>
            <a:chExt cx="2208628" cy="534057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055088-77BD-4D23-A1E1-B07EFB6D84D5}"/>
                </a:ext>
              </a:extLst>
            </p:cNvPr>
            <p:cNvSpPr/>
            <p:nvPr/>
          </p:nvSpPr>
          <p:spPr>
            <a:xfrm>
              <a:off x="5937057" y="3411066"/>
              <a:ext cx="45719" cy="190237"/>
            </a:xfrm>
            <a:custGeom>
              <a:avLst/>
              <a:gdLst>
                <a:gd name="connsiteX0" fmla="*/ 31547 w 31547"/>
                <a:gd name="connsiteY0" fmla="*/ 142875 h 142875"/>
                <a:gd name="connsiteX1" fmla="*/ 114 w 31547"/>
                <a:gd name="connsiteY1" fmla="*/ 74295 h 142875"/>
                <a:gd name="connsiteX2" fmla="*/ 22974 w 31547"/>
                <a:gd name="connsiteY2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47" h="142875">
                  <a:moveTo>
                    <a:pt x="31547" y="142875"/>
                  </a:moveTo>
                  <a:cubicBezTo>
                    <a:pt x="16545" y="120491"/>
                    <a:pt x="1543" y="98107"/>
                    <a:pt x="114" y="74295"/>
                  </a:cubicBezTo>
                  <a:cubicBezTo>
                    <a:pt x="-1315" y="50483"/>
                    <a:pt x="10829" y="25241"/>
                    <a:pt x="22974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7E04C9-A934-4BBF-93A0-2A48D7BB8F9B}"/>
                </a:ext>
              </a:extLst>
            </p:cNvPr>
            <p:cNvSpPr/>
            <p:nvPr/>
          </p:nvSpPr>
          <p:spPr>
            <a:xfrm>
              <a:off x="4864290" y="3429000"/>
              <a:ext cx="2208628" cy="2208628"/>
            </a:xfrm>
            <a:custGeom>
              <a:avLst/>
              <a:gdLst>
                <a:gd name="connsiteX0" fmla="*/ 1104314 w 2208628"/>
                <a:gd name="connsiteY0" fmla="*/ 143598 h 2208628"/>
                <a:gd name="connsiteX1" fmla="*/ 996529 w 2208628"/>
                <a:gd name="connsiteY1" fmla="*/ 251383 h 2208628"/>
                <a:gd name="connsiteX2" fmla="*/ 1104314 w 2208628"/>
                <a:gd name="connsiteY2" fmla="*/ 359168 h 2208628"/>
                <a:gd name="connsiteX3" fmla="*/ 1212099 w 2208628"/>
                <a:gd name="connsiteY3" fmla="*/ 251383 h 2208628"/>
                <a:gd name="connsiteX4" fmla="*/ 1104314 w 2208628"/>
                <a:gd name="connsiteY4" fmla="*/ 143598 h 2208628"/>
                <a:gd name="connsiteX5" fmla="*/ 1104314 w 2208628"/>
                <a:gd name="connsiteY5" fmla="*/ 0 h 2208628"/>
                <a:gd name="connsiteX6" fmla="*/ 2208628 w 2208628"/>
                <a:gd name="connsiteY6" fmla="*/ 1104314 h 2208628"/>
                <a:gd name="connsiteX7" fmla="*/ 1104314 w 2208628"/>
                <a:gd name="connsiteY7" fmla="*/ 2208628 h 2208628"/>
                <a:gd name="connsiteX8" fmla="*/ 0 w 2208628"/>
                <a:gd name="connsiteY8" fmla="*/ 1104314 h 2208628"/>
                <a:gd name="connsiteX9" fmla="*/ 1104314 w 2208628"/>
                <a:gd name="connsiteY9" fmla="*/ 0 h 220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8628" h="2208628">
                  <a:moveTo>
                    <a:pt x="1104314" y="143598"/>
                  </a:moveTo>
                  <a:cubicBezTo>
                    <a:pt x="1044786" y="143598"/>
                    <a:pt x="996529" y="191855"/>
                    <a:pt x="996529" y="251383"/>
                  </a:cubicBezTo>
                  <a:cubicBezTo>
                    <a:pt x="996529" y="310911"/>
                    <a:pt x="1044786" y="359168"/>
                    <a:pt x="1104314" y="359168"/>
                  </a:cubicBezTo>
                  <a:cubicBezTo>
                    <a:pt x="1163842" y="359168"/>
                    <a:pt x="1212099" y="310911"/>
                    <a:pt x="1212099" y="251383"/>
                  </a:cubicBezTo>
                  <a:cubicBezTo>
                    <a:pt x="1212099" y="191855"/>
                    <a:pt x="1163842" y="143598"/>
                    <a:pt x="1104314" y="143598"/>
                  </a:cubicBezTo>
                  <a:close/>
                  <a:moveTo>
                    <a:pt x="1104314" y="0"/>
                  </a:moveTo>
                  <a:cubicBezTo>
                    <a:pt x="1714210" y="0"/>
                    <a:pt x="2208628" y="494418"/>
                    <a:pt x="2208628" y="1104314"/>
                  </a:cubicBezTo>
                  <a:cubicBezTo>
                    <a:pt x="2208628" y="1714210"/>
                    <a:pt x="1714210" y="2208628"/>
                    <a:pt x="1104314" y="2208628"/>
                  </a:cubicBezTo>
                  <a:cubicBezTo>
                    <a:pt x="494418" y="2208628"/>
                    <a:pt x="0" y="1714210"/>
                    <a:pt x="0" y="1104314"/>
                  </a:cubicBezTo>
                  <a:cubicBezTo>
                    <a:pt x="0" y="494418"/>
                    <a:pt x="494418" y="0"/>
                    <a:pt x="11043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9900">
                    <a:lumMod val="88000"/>
                    <a:lumOff val="12000"/>
                    <a:alpha val="50000"/>
                  </a:srgbClr>
                </a:gs>
                <a:gs pos="100000">
                  <a:srgbClr val="FFCC00">
                    <a:alpha val="70000"/>
                  </a:srgbClr>
                </a:gs>
              </a:gsLst>
              <a:lin ang="0" scaled="1"/>
              <a:tileRect/>
            </a:gradFill>
            <a:ln>
              <a:gradFill>
                <a:gsLst>
                  <a:gs pos="0">
                    <a:srgbClr val="FF9900"/>
                  </a:gs>
                  <a:gs pos="100000">
                    <a:srgbClr val="FFCC00">
                      <a:alpha val="0"/>
                    </a:srgbClr>
                  </a:gs>
                </a:gsLst>
                <a:lin ang="19200000" scaled="0"/>
              </a:gradFill>
            </a:ln>
            <a:effectLst>
              <a:innerShdw blurRad="317500" dir="8400000">
                <a:schemeClr val="bg1"/>
              </a:innerShdw>
              <a:reflection blurRad="6350" stA="35000" endPos="9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0D0F899-833F-420E-82CB-CA929109DE37}"/>
                </a:ext>
              </a:extLst>
            </p:cNvPr>
            <p:cNvGrpSpPr/>
            <p:nvPr/>
          </p:nvGrpSpPr>
          <p:grpSpPr>
            <a:xfrm>
              <a:off x="5588567" y="359569"/>
              <a:ext cx="769257" cy="769257"/>
              <a:chOff x="4498870" y="400287"/>
              <a:chExt cx="769257" cy="769257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6746E8F-9175-45A0-A65A-11E5F0492B2D}"/>
                  </a:ext>
                </a:extLst>
              </p:cNvPr>
              <p:cNvSpPr/>
              <p:nvPr/>
            </p:nvSpPr>
            <p:spPr>
              <a:xfrm>
                <a:off x="4498870" y="400287"/>
                <a:ext cx="769257" cy="76925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2897699-3D79-4867-97B6-52C3DCD0AE86}"/>
                  </a:ext>
                </a:extLst>
              </p:cNvPr>
              <p:cNvSpPr/>
              <p:nvPr/>
            </p:nvSpPr>
            <p:spPr>
              <a:xfrm>
                <a:off x="4674179" y="575111"/>
                <a:ext cx="418638" cy="418638"/>
              </a:xfrm>
              <a:prstGeom prst="ellipse">
                <a:avLst/>
              </a:prstGeom>
              <a:gradFill flip="none" rotWithShape="1">
                <a:gsLst>
                  <a:gs pos="0">
                    <a:srgbClr val="FF9900">
                      <a:lumMod val="88000"/>
                      <a:lumOff val="12000"/>
                    </a:srgbClr>
                  </a:gs>
                  <a:gs pos="100000">
                    <a:srgbClr val="FFCC00"/>
                  </a:gs>
                </a:gsLst>
                <a:lin ang="0" scaled="1"/>
                <a:tileRect/>
              </a:gradFill>
              <a:ln>
                <a:gradFill>
                  <a:gsLst>
                    <a:gs pos="0">
                      <a:srgbClr val="FF9900"/>
                    </a:gs>
                    <a:gs pos="100000">
                      <a:srgbClr val="FFCC00">
                        <a:alpha val="0"/>
                      </a:srgbClr>
                    </a:gs>
                  </a:gsLst>
                  <a:lin ang="19200000" scaled="0"/>
                </a:gradFill>
              </a:ln>
              <a:effectLst>
                <a:innerShdw blurRad="317500" dir="84000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CCF36B1-C983-4D8D-A2BC-232598546795}"/>
                </a:ext>
              </a:extLst>
            </p:cNvPr>
            <p:cNvCxnSpPr>
              <a:cxnSpLocks/>
              <a:stCxn id="32" idx="4"/>
              <a:endCxn id="20" idx="5"/>
            </p:cNvCxnSpPr>
            <p:nvPr/>
          </p:nvCxnSpPr>
          <p:spPr>
            <a:xfrm flipH="1">
              <a:off x="5968604" y="1128826"/>
              <a:ext cx="4592" cy="2300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F28B970-B7D3-4943-A2E6-16F51889E37C}"/>
                </a:ext>
              </a:extLst>
            </p:cNvPr>
            <p:cNvSpPr/>
            <p:nvPr/>
          </p:nvSpPr>
          <p:spPr>
            <a:xfrm>
              <a:off x="5968604" y="3416007"/>
              <a:ext cx="45719" cy="182438"/>
            </a:xfrm>
            <a:custGeom>
              <a:avLst/>
              <a:gdLst>
                <a:gd name="connsiteX0" fmla="*/ 0 w 64970"/>
                <a:gd name="connsiteY0" fmla="*/ 11823 h 147491"/>
                <a:gd name="connsiteX1" fmla="*/ 62865 w 64970"/>
                <a:gd name="connsiteY1" fmla="*/ 11823 h 147491"/>
                <a:gd name="connsiteX2" fmla="*/ 45720 w 64970"/>
                <a:gd name="connsiteY2" fmla="*/ 134696 h 147491"/>
                <a:gd name="connsiteX3" fmla="*/ 2857 w 64970"/>
                <a:gd name="connsiteY3" fmla="*/ 137553 h 147491"/>
                <a:gd name="connsiteX0" fmla="*/ 0 w 49664"/>
                <a:gd name="connsiteY0" fmla="*/ 3631 h 137775"/>
                <a:gd name="connsiteX1" fmla="*/ 42563 w 49664"/>
                <a:gd name="connsiteY1" fmla="*/ 26491 h 137775"/>
                <a:gd name="connsiteX2" fmla="*/ 45720 w 49664"/>
                <a:gd name="connsiteY2" fmla="*/ 126504 h 137775"/>
                <a:gd name="connsiteX3" fmla="*/ 2857 w 49664"/>
                <a:gd name="connsiteY3" fmla="*/ 129361 h 13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64" h="137775">
                  <a:moveTo>
                    <a:pt x="0" y="3631"/>
                  </a:moveTo>
                  <a:cubicBezTo>
                    <a:pt x="27622" y="-6609"/>
                    <a:pt x="34943" y="6012"/>
                    <a:pt x="42563" y="26491"/>
                  </a:cubicBezTo>
                  <a:cubicBezTo>
                    <a:pt x="50183" y="46970"/>
                    <a:pt x="52338" y="109359"/>
                    <a:pt x="45720" y="126504"/>
                  </a:cubicBezTo>
                  <a:cubicBezTo>
                    <a:pt x="39102" y="143649"/>
                    <a:pt x="19288" y="138410"/>
                    <a:pt x="2857" y="12936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ECCF5FF-84C7-47BB-BCD9-02FEDF2DA590}"/>
                </a:ext>
              </a:extLst>
            </p:cNvPr>
            <p:cNvSpPr/>
            <p:nvPr/>
          </p:nvSpPr>
          <p:spPr>
            <a:xfrm>
              <a:off x="5942899" y="3393918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27476EE-CF2F-4028-90E6-07F9ADE09488}"/>
                </a:ext>
              </a:extLst>
            </p:cNvPr>
            <p:cNvSpPr/>
            <p:nvPr/>
          </p:nvSpPr>
          <p:spPr>
            <a:xfrm>
              <a:off x="5949565" y="3374865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F52D426-5001-48C3-B633-FA67C69E28CE}"/>
                </a:ext>
              </a:extLst>
            </p:cNvPr>
            <p:cNvSpPr/>
            <p:nvPr/>
          </p:nvSpPr>
          <p:spPr>
            <a:xfrm>
              <a:off x="5039688" y="5629149"/>
              <a:ext cx="1794737" cy="70997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74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9" name="Graphic 108" descr="Target Audience">
              <a:extLst>
                <a:ext uri="{FF2B5EF4-FFF2-40B4-BE49-F238E27FC236}">
                  <a16:creationId xmlns:a16="http://schemas.microsoft.com/office/drawing/2014/main" id="{B1DA00F4-A65E-4D6A-BD87-835A30D06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54363" y="4851291"/>
              <a:ext cx="786337" cy="786337"/>
            </a:xfrm>
            <a:prstGeom prst="rect">
              <a:avLst/>
            </a:prstGeom>
          </p:spPr>
        </p:pic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C33EEB7-A335-44CA-B7DA-88683F00B158}"/>
                </a:ext>
              </a:extLst>
            </p:cNvPr>
            <p:cNvSpPr txBox="1"/>
            <p:nvPr/>
          </p:nvSpPr>
          <p:spPr>
            <a:xfrm>
              <a:off x="5255082" y="4183085"/>
              <a:ext cx="170050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Type your text here. You can add detail information here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9F264B7-FAB8-4337-8D9F-01D2ABEA3A3D}"/>
                </a:ext>
              </a:extLst>
            </p:cNvPr>
            <p:cNvSpPr txBox="1"/>
            <p:nvPr/>
          </p:nvSpPr>
          <p:spPr>
            <a:xfrm>
              <a:off x="5494410" y="3920004"/>
              <a:ext cx="10839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Century Gothic" panose="020B0502020202020204" pitchFamily="34" charset="0"/>
                </a:rPr>
                <a:t>STEP THREE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9257BD5-7609-4C83-AD03-33FF14164024}"/>
              </a:ext>
            </a:extLst>
          </p:cNvPr>
          <p:cNvGrpSpPr/>
          <p:nvPr/>
        </p:nvGrpSpPr>
        <p:grpSpPr>
          <a:xfrm>
            <a:off x="1231952" y="400287"/>
            <a:ext cx="2208628" cy="5714698"/>
            <a:chOff x="1231952" y="400287"/>
            <a:chExt cx="2208628" cy="5714698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BC12887-63DE-4338-9904-5BC6DB12E994}"/>
                </a:ext>
              </a:extLst>
            </p:cNvPr>
            <p:cNvSpPr/>
            <p:nvPr/>
          </p:nvSpPr>
          <p:spPr>
            <a:xfrm>
              <a:off x="1480949" y="6043988"/>
              <a:ext cx="1794737" cy="70997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74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1133609-A0B5-4EDE-943C-F54CE0DDB654}"/>
                </a:ext>
              </a:extLst>
            </p:cNvPr>
            <p:cNvSpPr/>
            <p:nvPr/>
          </p:nvSpPr>
          <p:spPr>
            <a:xfrm>
              <a:off x="2303571" y="3809048"/>
              <a:ext cx="45719" cy="190237"/>
            </a:xfrm>
            <a:custGeom>
              <a:avLst/>
              <a:gdLst>
                <a:gd name="connsiteX0" fmla="*/ 31547 w 31547"/>
                <a:gd name="connsiteY0" fmla="*/ 142875 h 142875"/>
                <a:gd name="connsiteX1" fmla="*/ 114 w 31547"/>
                <a:gd name="connsiteY1" fmla="*/ 74295 h 142875"/>
                <a:gd name="connsiteX2" fmla="*/ 22974 w 31547"/>
                <a:gd name="connsiteY2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47" h="142875">
                  <a:moveTo>
                    <a:pt x="31547" y="142875"/>
                  </a:moveTo>
                  <a:cubicBezTo>
                    <a:pt x="16545" y="120491"/>
                    <a:pt x="1543" y="98107"/>
                    <a:pt x="114" y="74295"/>
                  </a:cubicBezTo>
                  <a:cubicBezTo>
                    <a:pt x="-1315" y="50483"/>
                    <a:pt x="10829" y="25241"/>
                    <a:pt x="22974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99EDD3-847E-47AF-8465-D234924B1AA2}"/>
                </a:ext>
              </a:extLst>
            </p:cNvPr>
            <p:cNvSpPr/>
            <p:nvPr/>
          </p:nvSpPr>
          <p:spPr>
            <a:xfrm>
              <a:off x="1231952" y="3820887"/>
              <a:ext cx="2208628" cy="2208628"/>
            </a:xfrm>
            <a:custGeom>
              <a:avLst/>
              <a:gdLst>
                <a:gd name="connsiteX0" fmla="*/ 1104314 w 2208628"/>
                <a:gd name="connsiteY0" fmla="*/ 115856 h 2208628"/>
                <a:gd name="connsiteX1" fmla="*/ 996529 w 2208628"/>
                <a:gd name="connsiteY1" fmla="*/ 223641 h 2208628"/>
                <a:gd name="connsiteX2" fmla="*/ 1104314 w 2208628"/>
                <a:gd name="connsiteY2" fmla="*/ 331426 h 2208628"/>
                <a:gd name="connsiteX3" fmla="*/ 1212099 w 2208628"/>
                <a:gd name="connsiteY3" fmla="*/ 223641 h 2208628"/>
                <a:gd name="connsiteX4" fmla="*/ 1104314 w 2208628"/>
                <a:gd name="connsiteY4" fmla="*/ 115856 h 2208628"/>
                <a:gd name="connsiteX5" fmla="*/ 1104314 w 2208628"/>
                <a:gd name="connsiteY5" fmla="*/ 0 h 2208628"/>
                <a:gd name="connsiteX6" fmla="*/ 2208628 w 2208628"/>
                <a:gd name="connsiteY6" fmla="*/ 1104314 h 2208628"/>
                <a:gd name="connsiteX7" fmla="*/ 1104314 w 2208628"/>
                <a:gd name="connsiteY7" fmla="*/ 2208628 h 2208628"/>
                <a:gd name="connsiteX8" fmla="*/ 0 w 2208628"/>
                <a:gd name="connsiteY8" fmla="*/ 1104314 h 2208628"/>
                <a:gd name="connsiteX9" fmla="*/ 1104314 w 2208628"/>
                <a:gd name="connsiteY9" fmla="*/ 0 h 220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8628" h="2208628">
                  <a:moveTo>
                    <a:pt x="1104314" y="115856"/>
                  </a:moveTo>
                  <a:cubicBezTo>
                    <a:pt x="1044786" y="115856"/>
                    <a:pt x="996529" y="164113"/>
                    <a:pt x="996529" y="223641"/>
                  </a:cubicBezTo>
                  <a:cubicBezTo>
                    <a:pt x="996529" y="283169"/>
                    <a:pt x="1044786" y="331426"/>
                    <a:pt x="1104314" y="331426"/>
                  </a:cubicBezTo>
                  <a:cubicBezTo>
                    <a:pt x="1163842" y="331426"/>
                    <a:pt x="1212099" y="283169"/>
                    <a:pt x="1212099" y="223641"/>
                  </a:cubicBezTo>
                  <a:cubicBezTo>
                    <a:pt x="1212099" y="164113"/>
                    <a:pt x="1163842" y="115856"/>
                    <a:pt x="1104314" y="115856"/>
                  </a:cubicBezTo>
                  <a:close/>
                  <a:moveTo>
                    <a:pt x="1104314" y="0"/>
                  </a:moveTo>
                  <a:cubicBezTo>
                    <a:pt x="1714210" y="0"/>
                    <a:pt x="2208628" y="494418"/>
                    <a:pt x="2208628" y="1104314"/>
                  </a:cubicBezTo>
                  <a:cubicBezTo>
                    <a:pt x="2208628" y="1714210"/>
                    <a:pt x="1714210" y="2208628"/>
                    <a:pt x="1104314" y="2208628"/>
                  </a:cubicBezTo>
                  <a:cubicBezTo>
                    <a:pt x="494418" y="2208628"/>
                    <a:pt x="0" y="1714210"/>
                    <a:pt x="0" y="1104314"/>
                  </a:cubicBezTo>
                  <a:cubicBezTo>
                    <a:pt x="0" y="494418"/>
                    <a:pt x="494418" y="0"/>
                    <a:pt x="11043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3CC33">
                    <a:alpha val="49804"/>
                  </a:srgbClr>
                </a:gs>
                <a:gs pos="100000">
                  <a:srgbClr val="00FF00">
                    <a:alpha val="69804"/>
                  </a:srgbClr>
                </a:gs>
              </a:gsLst>
              <a:lin ang="0" scaled="1"/>
              <a:tileRect/>
            </a:gradFill>
            <a:ln>
              <a:gradFill>
                <a:gsLst>
                  <a:gs pos="0">
                    <a:srgbClr val="33CC33"/>
                  </a:gs>
                  <a:gs pos="100000">
                    <a:srgbClr val="00FF00">
                      <a:alpha val="0"/>
                    </a:srgbClr>
                  </a:gs>
                </a:gsLst>
                <a:lin ang="19200000" scaled="0"/>
              </a:gradFill>
            </a:ln>
            <a:effectLst>
              <a:innerShdw blurRad="317500" dir="8400000">
                <a:schemeClr val="bg1"/>
              </a:innerShdw>
              <a:reflection blurRad="6350" stA="35000" endPos="9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D87A166-A63D-40E6-A1A5-C6B78D047052}"/>
                </a:ext>
              </a:extLst>
            </p:cNvPr>
            <p:cNvSpPr txBox="1"/>
            <p:nvPr/>
          </p:nvSpPr>
          <p:spPr>
            <a:xfrm>
              <a:off x="1709647" y="4581199"/>
              <a:ext cx="170050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Type your text here. You can add detail information here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F64701E-F31D-4C6B-9219-1EE401EA8FC0}"/>
                </a:ext>
              </a:extLst>
            </p:cNvPr>
            <p:cNvGrpSpPr/>
            <p:nvPr/>
          </p:nvGrpSpPr>
          <p:grpSpPr>
            <a:xfrm>
              <a:off x="1960039" y="400287"/>
              <a:ext cx="769257" cy="769257"/>
              <a:chOff x="1742328" y="400287"/>
              <a:chExt cx="769257" cy="769257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82E62F5-DD20-4F0B-BB5C-E1CB87472CE4}"/>
                  </a:ext>
                </a:extLst>
              </p:cNvPr>
              <p:cNvSpPr/>
              <p:nvPr/>
            </p:nvSpPr>
            <p:spPr>
              <a:xfrm>
                <a:off x="1742328" y="400287"/>
                <a:ext cx="769257" cy="76925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4B2BBF9-0535-47F9-8B63-D311C6F9FADA}"/>
                  </a:ext>
                </a:extLst>
              </p:cNvPr>
              <p:cNvSpPr/>
              <p:nvPr/>
            </p:nvSpPr>
            <p:spPr>
              <a:xfrm>
                <a:off x="1917637" y="575111"/>
                <a:ext cx="418638" cy="418638"/>
              </a:xfrm>
              <a:prstGeom prst="ellipse">
                <a:avLst/>
              </a:prstGeom>
              <a:gradFill flip="none" rotWithShape="1">
                <a:gsLst>
                  <a:gs pos="0">
                    <a:srgbClr val="33CC33"/>
                  </a:gs>
                  <a:gs pos="100000">
                    <a:srgbClr val="00FF00"/>
                  </a:gs>
                </a:gsLst>
                <a:lin ang="0" scaled="1"/>
                <a:tileRect/>
              </a:gradFill>
              <a:ln>
                <a:gradFill>
                  <a:gsLst>
                    <a:gs pos="0">
                      <a:srgbClr val="33CC33"/>
                    </a:gs>
                    <a:gs pos="100000">
                      <a:srgbClr val="00FF00">
                        <a:alpha val="0"/>
                      </a:srgbClr>
                    </a:gs>
                  </a:gsLst>
                  <a:lin ang="19200000" scaled="0"/>
                </a:gradFill>
              </a:ln>
              <a:effectLst>
                <a:innerShdw blurRad="317500" dir="84000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AFB019-8DC7-4C04-9081-61E2B3AF30CF}"/>
                </a:ext>
              </a:extLst>
            </p:cNvPr>
            <p:cNvCxnSpPr>
              <a:cxnSpLocks/>
              <a:stCxn id="28" idx="4"/>
              <a:endCxn id="18" idx="5"/>
            </p:cNvCxnSpPr>
            <p:nvPr/>
          </p:nvCxnSpPr>
          <p:spPr>
            <a:xfrm flipH="1">
              <a:off x="2336266" y="1169544"/>
              <a:ext cx="8402" cy="26513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DA01CA7-6449-460B-ACCF-C315808172CD}"/>
                </a:ext>
              </a:extLst>
            </p:cNvPr>
            <p:cNvSpPr/>
            <p:nvPr/>
          </p:nvSpPr>
          <p:spPr>
            <a:xfrm>
              <a:off x="2335118" y="3813989"/>
              <a:ext cx="45719" cy="182438"/>
            </a:xfrm>
            <a:custGeom>
              <a:avLst/>
              <a:gdLst>
                <a:gd name="connsiteX0" fmla="*/ 0 w 64970"/>
                <a:gd name="connsiteY0" fmla="*/ 11823 h 147491"/>
                <a:gd name="connsiteX1" fmla="*/ 62865 w 64970"/>
                <a:gd name="connsiteY1" fmla="*/ 11823 h 147491"/>
                <a:gd name="connsiteX2" fmla="*/ 45720 w 64970"/>
                <a:gd name="connsiteY2" fmla="*/ 134696 h 147491"/>
                <a:gd name="connsiteX3" fmla="*/ 2857 w 64970"/>
                <a:gd name="connsiteY3" fmla="*/ 137553 h 147491"/>
                <a:gd name="connsiteX0" fmla="*/ 0 w 49664"/>
                <a:gd name="connsiteY0" fmla="*/ 3631 h 137775"/>
                <a:gd name="connsiteX1" fmla="*/ 42563 w 49664"/>
                <a:gd name="connsiteY1" fmla="*/ 26491 h 137775"/>
                <a:gd name="connsiteX2" fmla="*/ 45720 w 49664"/>
                <a:gd name="connsiteY2" fmla="*/ 126504 h 137775"/>
                <a:gd name="connsiteX3" fmla="*/ 2857 w 49664"/>
                <a:gd name="connsiteY3" fmla="*/ 129361 h 13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64" h="137775">
                  <a:moveTo>
                    <a:pt x="0" y="3631"/>
                  </a:moveTo>
                  <a:cubicBezTo>
                    <a:pt x="27622" y="-6609"/>
                    <a:pt x="34943" y="6012"/>
                    <a:pt x="42563" y="26491"/>
                  </a:cubicBezTo>
                  <a:cubicBezTo>
                    <a:pt x="50183" y="46970"/>
                    <a:pt x="52338" y="109359"/>
                    <a:pt x="45720" y="126504"/>
                  </a:cubicBezTo>
                  <a:cubicBezTo>
                    <a:pt x="39102" y="143649"/>
                    <a:pt x="19288" y="138410"/>
                    <a:pt x="2857" y="12936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33A24A7-874A-4143-807A-C35217BBCB01}"/>
                </a:ext>
              </a:extLst>
            </p:cNvPr>
            <p:cNvSpPr/>
            <p:nvPr/>
          </p:nvSpPr>
          <p:spPr>
            <a:xfrm>
              <a:off x="2309413" y="3791900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53C0446-6D36-4BBD-A0FD-4716481F8107}"/>
                </a:ext>
              </a:extLst>
            </p:cNvPr>
            <p:cNvSpPr/>
            <p:nvPr/>
          </p:nvSpPr>
          <p:spPr>
            <a:xfrm>
              <a:off x="2316079" y="3772847"/>
              <a:ext cx="48578" cy="37147"/>
            </a:xfrm>
            <a:custGeom>
              <a:avLst/>
              <a:gdLst>
                <a:gd name="connsiteX0" fmla="*/ 0 w 48578"/>
                <a:gd name="connsiteY0" fmla="*/ 37147 h 37147"/>
                <a:gd name="connsiteX1" fmla="*/ 48578 w 48578"/>
                <a:gd name="connsiteY1" fmla="*/ 0 h 3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78" h="37147">
                  <a:moveTo>
                    <a:pt x="0" y="37147"/>
                  </a:moveTo>
                  <a:lnTo>
                    <a:pt x="485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" name="Graphic 102" descr="Daily calendar">
              <a:extLst>
                <a:ext uri="{FF2B5EF4-FFF2-40B4-BE49-F238E27FC236}">
                  <a16:creationId xmlns:a16="http://schemas.microsoft.com/office/drawing/2014/main" id="{09ADB35B-0EA8-415A-A9D1-8A2423826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39219" y="5201766"/>
              <a:ext cx="802298" cy="802298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0AB8D3D-0B6D-4A3E-AEA3-75150ED9E562}"/>
                </a:ext>
              </a:extLst>
            </p:cNvPr>
            <p:cNvSpPr txBox="1"/>
            <p:nvPr/>
          </p:nvSpPr>
          <p:spPr>
            <a:xfrm>
              <a:off x="1978453" y="4294449"/>
              <a:ext cx="9877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Century Gothic" panose="020B0502020202020204" pitchFamily="34" charset="0"/>
                </a:rPr>
                <a:t>STEP ONE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832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9000" fill="hold" nodeType="click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accel="28000" fill="hold" nodeType="click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accel="28000" fill="hold" nodeType="click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accel="28000" fill="hold" nodeType="click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accel="28000" fill="hold" nodeType="click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9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accel="28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accel="28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accel="28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accel="28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مجموعة 22">
            <a:extLst>
              <a:ext uri="{FF2B5EF4-FFF2-40B4-BE49-F238E27FC236}">
                <a16:creationId xmlns:a16="http://schemas.microsoft.com/office/drawing/2014/main" id="{069DB593-D915-4EB1-A7C3-085A6D0AC946}"/>
              </a:ext>
            </a:extLst>
          </p:cNvPr>
          <p:cNvGrpSpPr/>
          <p:nvPr/>
        </p:nvGrpSpPr>
        <p:grpSpPr>
          <a:xfrm>
            <a:off x="965517" y="957626"/>
            <a:ext cx="3796891" cy="1449825"/>
            <a:chOff x="1334744" y="1482628"/>
            <a:chExt cx="5484397" cy="2094191"/>
          </a:xfrm>
        </p:grpSpPr>
        <p:grpSp>
          <p:nvGrpSpPr>
            <p:cNvPr id="21" name="مجموعة 20">
              <a:extLst>
                <a:ext uri="{FF2B5EF4-FFF2-40B4-BE49-F238E27FC236}">
                  <a16:creationId xmlns:a16="http://schemas.microsoft.com/office/drawing/2014/main" id="{8AA044BA-9790-4CFD-893B-5AE23AB75416}"/>
                </a:ext>
              </a:extLst>
            </p:cNvPr>
            <p:cNvGrpSpPr/>
            <p:nvPr/>
          </p:nvGrpSpPr>
          <p:grpSpPr>
            <a:xfrm>
              <a:off x="1334744" y="1482628"/>
              <a:ext cx="5469260" cy="2094191"/>
              <a:chOff x="-2978839" y="1482628"/>
              <a:chExt cx="5469260" cy="2094191"/>
            </a:xfrm>
          </p:grpSpPr>
          <p:grpSp>
            <p:nvGrpSpPr>
              <p:cNvPr id="18" name="مجموعة 17">
                <a:extLst>
                  <a:ext uri="{FF2B5EF4-FFF2-40B4-BE49-F238E27FC236}">
                    <a16:creationId xmlns:a16="http://schemas.microsoft.com/office/drawing/2014/main" id="{BDB70351-6A81-48F9-97AF-5FEDE8000FD2}"/>
                  </a:ext>
                </a:extLst>
              </p:cNvPr>
              <p:cNvGrpSpPr/>
              <p:nvPr/>
            </p:nvGrpSpPr>
            <p:grpSpPr>
              <a:xfrm>
                <a:off x="-2978839" y="1482628"/>
                <a:ext cx="5469260" cy="2094191"/>
                <a:chOff x="-3495671" y="1482628"/>
                <a:chExt cx="5469260" cy="2094191"/>
              </a:xfrm>
            </p:grpSpPr>
            <p:sp>
              <p:nvSpPr>
                <p:cNvPr id="12" name="مستطيل: زوايا علوية مستديرة 11">
                  <a:extLst>
                    <a:ext uri="{FF2B5EF4-FFF2-40B4-BE49-F238E27FC236}">
                      <a16:creationId xmlns:a16="http://schemas.microsoft.com/office/drawing/2014/main" id="{06EA2ADB-C7EC-4BF2-9F1C-80963D0F8D16}"/>
                    </a:ext>
                  </a:extLst>
                </p:cNvPr>
                <p:cNvSpPr/>
                <p:nvPr/>
              </p:nvSpPr>
              <p:spPr>
                <a:xfrm rot="16200000">
                  <a:off x="-1892812" y="-120231"/>
                  <a:ext cx="2083904" cy="5289622"/>
                </a:xfrm>
                <a:prstGeom prst="round2Same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MA" sz="1246"/>
                </a:p>
              </p:txBody>
            </p:sp>
            <p:sp>
              <p:nvSpPr>
                <p:cNvPr id="17" name="شكل حر: شكل 16">
                  <a:extLst>
                    <a:ext uri="{FF2B5EF4-FFF2-40B4-BE49-F238E27FC236}">
                      <a16:creationId xmlns:a16="http://schemas.microsoft.com/office/drawing/2014/main" id="{18923B32-F08D-4122-B690-97CA78E8E1C8}"/>
                    </a:ext>
                  </a:extLst>
                </p:cNvPr>
                <p:cNvSpPr/>
                <p:nvPr/>
              </p:nvSpPr>
              <p:spPr>
                <a:xfrm rot="10800000">
                  <a:off x="1017428" y="1492915"/>
                  <a:ext cx="956161" cy="2083904"/>
                </a:xfrm>
                <a:custGeom>
                  <a:avLst/>
                  <a:gdLst>
                    <a:gd name="connsiteX0" fmla="*/ 347324 w 956162"/>
                    <a:gd name="connsiteY0" fmla="*/ 0 h 2083903"/>
                    <a:gd name="connsiteX1" fmla="*/ 956162 w 956162"/>
                    <a:gd name="connsiteY1" fmla="*/ 0 h 2083903"/>
                    <a:gd name="connsiteX2" fmla="*/ 956162 w 956162"/>
                    <a:gd name="connsiteY2" fmla="*/ 2083903 h 2083903"/>
                    <a:gd name="connsiteX3" fmla="*/ 347324 w 956162"/>
                    <a:gd name="connsiteY3" fmla="*/ 2083903 h 2083903"/>
                    <a:gd name="connsiteX4" fmla="*/ 0 w 956162"/>
                    <a:gd name="connsiteY4" fmla="*/ 1736579 h 2083903"/>
                    <a:gd name="connsiteX5" fmla="*/ 0 w 956162"/>
                    <a:gd name="connsiteY5" fmla="*/ 347324 h 2083903"/>
                    <a:gd name="connsiteX6" fmla="*/ 347324 w 956162"/>
                    <a:gd name="connsiteY6" fmla="*/ 0 h 2083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56162" h="2083903">
                      <a:moveTo>
                        <a:pt x="347324" y="0"/>
                      </a:moveTo>
                      <a:lnTo>
                        <a:pt x="956162" y="0"/>
                      </a:lnTo>
                      <a:lnTo>
                        <a:pt x="956162" y="2083903"/>
                      </a:lnTo>
                      <a:lnTo>
                        <a:pt x="347324" y="2083903"/>
                      </a:lnTo>
                      <a:cubicBezTo>
                        <a:pt x="155502" y="2083903"/>
                        <a:pt x="0" y="1928401"/>
                        <a:pt x="0" y="1736579"/>
                      </a:cubicBezTo>
                      <a:lnTo>
                        <a:pt x="0" y="347324"/>
                      </a:lnTo>
                      <a:cubicBezTo>
                        <a:pt x="0" y="155502"/>
                        <a:pt x="155502" y="0"/>
                        <a:pt x="347324" y="0"/>
                      </a:cubicBezTo>
                      <a:close/>
                    </a:path>
                  </a:pathLst>
                </a:custGeom>
                <a:solidFill>
                  <a:srgbClr val="4F89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algn="ctr"/>
                  <a:endParaRPr lang="ar-MA" sz="1246" dirty="0"/>
                </a:p>
              </p:txBody>
            </p:sp>
          </p:grpSp>
          <p:sp>
            <p:nvSpPr>
              <p:cNvPr id="19" name="مربع نص 18">
                <a:extLst>
                  <a:ext uri="{FF2B5EF4-FFF2-40B4-BE49-F238E27FC236}">
                    <a16:creationId xmlns:a16="http://schemas.microsoft.com/office/drawing/2014/main" id="{D41ADD81-2F98-4F73-B37B-240D26CEE8AE}"/>
                  </a:ext>
                </a:extLst>
              </p:cNvPr>
              <p:cNvSpPr txBox="1"/>
              <p:nvPr/>
            </p:nvSpPr>
            <p:spPr>
              <a:xfrm>
                <a:off x="-2803938" y="2283454"/>
                <a:ext cx="3975652" cy="50282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ar-MA" sz="1662" dirty="0">
                    <a:solidFill>
                      <a:srgbClr val="67B233"/>
                    </a:solidFill>
                    <a:latin typeface="29LT Bukra Bold Italic" panose="000B0903020204020204" pitchFamily="34" charset="-78"/>
                    <a:cs typeface="29LT Bukra Bold Italic" panose="000B0903020204020204" pitchFamily="34" charset="-78"/>
                  </a:rPr>
                  <a:t>نكتب نص مختصر توضيحي للعنوان</a:t>
                </a:r>
              </a:p>
            </p:txBody>
          </p:sp>
        </p:grpSp>
        <p:sp>
          <p:nvSpPr>
            <p:cNvPr id="22" name="مربع نص 21">
              <a:extLst>
                <a:ext uri="{FF2B5EF4-FFF2-40B4-BE49-F238E27FC236}">
                  <a16:creationId xmlns:a16="http://schemas.microsoft.com/office/drawing/2014/main" id="{19D9056D-D6B9-4D0F-BA69-4C339EA9665B}"/>
                </a:ext>
              </a:extLst>
            </p:cNvPr>
            <p:cNvSpPr txBox="1"/>
            <p:nvPr/>
          </p:nvSpPr>
          <p:spPr>
            <a:xfrm>
              <a:off x="5881856" y="2044005"/>
              <a:ext cx="937285" cy="81040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MA" sz="3046" dirty="0">
                  <a:solidFill>
                    <a:schemeClr val="bg1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01</a:t>
              </a:r>
            </a:p>
          </p:txBody>
        </p:sp>
      </p:grpSp>
      <p:grpSp>
        <p:nvGrpSpPr>
          <p:cNvPr id="57" name="مجموعة 56">
            <a:extLst>
              <a:ext uri="{FF2B5EF4-FFF2-40B4-BE49-F238E27FC236}">
                <a16:creationId xmlns:a16="http://schemas.microsoft.com/office/drawing/2014/main" id="{4FCA3FD2-04DE-4E0D-AA0D-BB0E288F9F96}"/>
              </a:ext>
            </a:extLst>
          </p:cNvPr>
          <p:cNvGrpSpPr/>
          <p:nvPr/>
        </p:nvGrpSpPr>
        <p:grpSpPr>
          <a:xfrm>
            <a:off x="858107" y="2908922"/>
            <a:ext cx="3881782" cy="1787708"/>
            <a:chOff x="4100802" y="3919620"/>
            <a:chExt cx="5607021" cy="2582245"/>
          </a:xfrm>
        </p:grpSpPr>
        <p:sp>
          <p:nvSpPr>
            <p:cNvPr id="54" name="مستطيل: زوايا علوية مستديرة 53">
              <a:extLst>
                <a:ext uri="{FF2B5EF4-FFF2-40B4-BE49-F238E27FC236}">
                  <a16:creationId xmlns:a16="http://schemas.microsoft.com/office/drawing/2014/main" id="{83F4F86B-48E9-4187-9D70-298CDEEFF5B6}"/>
                </a:ext>
              </a:extLst>
            </p:cNvPr>
            <p:cNvSpPr/>
            <p:nvPr/>
          </p:nvSpPr>
          <p:spPr>
            <a:xfrm rot="15905445">
              <a:off x="5646781" y="3465017"/>
              <a:ext cx="1490869" cy="4582827"/>
            </a:xfrm>
            <a:prstGeom prst="round2Same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 sz="1246"/>
            </a:p>
          </p:txBody>
        </p:sp>
        <p:grpSp>
          <p:nvGrpSpPr>
            <p:cNvPr id="25" name="مجموعة 24">
              <a:extLst>
                <a:ext uri="{FF2B5EF4-FFF2-40B4-BE49-F238E27FC236}">
                  <a16:creationId xmlns:a16="http://schemas.microsoft.com/office/drawing/2014/main" id="{12EA0014-AD47-4B15-8CCC-45AEDCBA4A5D}"/>
                </a:ext>
              </a:extLst>
            </p:cNvPr>
            <p:cNvGrpSpPr/>
            <p:nvPr/>
          </p:nvGrpSpPr>
          <p:grpSpPr>
            <a:xfrm>
              <a:off x="4202238" y="3919620"/>
              <a:ext cx="5505585" cy="2083903"/>
              <a:chOff x="8525766" y="1308656"/>
              <a:chExt cx="5505585" cy="2083903"/>
            </a:xfrm>
          </p:grpSpPr>
          <p:grpSp>
            <p:nvGrpSpPr>
              <p:cNvPr id="26" name="مجموعة 25">
                <a:extLst>
                  <a:ext uri="{FF2B5EF4-FFF2-40B4-BE49-F238E27FC236}">
                    <a16:creationId xmlns:a16="http://schemas.microsoft.com/office/drawing/2014/main" id="{63213785-3DFF-46F0-BEA9-D10ABB701EA9}"/>
                  </a:ext>
                </a:extLst>
              </p:cNvPr>
              <p:cNvGrpSpPr/>
              <p:nvPr/>
            </p:nvGrpSpPr>
            <p:grpSpPr>
              <a:xfrm>
                <a:off x="8525766" y="1308656"/>
                <a:ext cx="5505585" cy="2083903"/>
                <a:chOff x="4212183" y="1308656"/>
                <a:chExt cx="5505585" cy="2083903"/>
              </a:xfrm>
            </p:grpSpPr>
            <p:grpSp>
              <p:nvGrpSpPr>
                <p:cNvPr id="28" name="مجموعة 27">
                  <a:extLst>
                    <a:ext uri="{FF2B5EF4-FFF2-40B4-BE49-F238E27FC236}">
                      <a16:creationId xmlns:a16="http://schemas.microsoft.com/office/drawing/2014/main" id="{B1B2E355-4842-48AE-85AC-828702CAE963}"/>
                    </a:ext>
                  </a:extLst>
                </p:cNvPr>
                <p:cNvGrpSpPr/>
                <p:nvPr/>
              </p:nvGrpSpPr>
              <p:grpSpPr>
                <a:xfrm>
                  <a:off x="4212183" y="1308656"/>
                  <a:ext cx="5505585" cy="2083903"/>
                  <a:chOff x="3695351" y="1308656"/>
                  <a:chExt cx="5505585" cy="2083903"/>
                </a:xfrm>
              </p:grpSpPr>
              <p:sp>
                <p:nvSpPr>
                  <p:cNvPr id="30" name="مستطيل: زوايا علوية مستديرة 29">
                    <a:extLst>
                      <a:ext uri="{FF2B5EF4-FFF2-40B4-BE49-F238E27FC236}">
                        <a16:creationId xmlns:a16="http://schemas.microsoft.com/office/drawing/2014/main" id="{238C6822-7519-4616-A336-6D8CC1ED537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98211" y="-294204"/>
                    <a:ext cx="2083903" cy="5289623"/>
                  </a:xfrm>
                  <a:prstGeom prst="round2Same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MA" sz="1246"/>
                  </a:p>
                </p:txBody>
              </p:sp>
              <p:sp>
                <p:nvSpPr>
                  <p:cNvPr id="31" name="شكل حر: شكل 30">
                    <a:extLst>
                      <a:ext uri="{FF2B5EF4-FFF2-40B4-BE49-F238E27FC236}">
                        <a16:creationId xmlns:a16="http://schemas.microsoft.com/office/drawing/2014/main" id="{6D85E30E-29F7-4DB3-9E49-96A651E4C0C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244774" y="1308656"/>
                    <a:ext cx="956162" cy="2083903"/>
                  </a:xfrm>
                  <a:custGeom>
                    <a:avLst/>
                    <a:gdLst>
                      <a:gd name="connsiteX0" fmla="*/ 347324 w 956162"/>
                      <a:gd name="connsiteY0" fmla="*/ 0 h 2083903"/>
                      <a:gd name="connsiteX1" fmla="*/ 956162 w 956162"/>
                      <a:gd name="connsiteY1" fmla="*/ 0 h 2083903"/>
                      <a:gd name="connsiteX2" fmla="*/ 956162 w 956162"/>
                      <a:gd name="connsiteY2" fmla="*/ 2083903 h 2083903"/>
                      <a:gd name="connsiteX3" fmla="*/ 347324 w 956162"/>
                      <a:gd name="connsiteY3" fmla="*/ 2083903 h 2083903"/>
                      <a:gd name="connsiteX4" fmla="*/ 0 w 956162"/>
                      <a:gd name="connsiteY4" fmla="*/ 1736579 h 2083903"/>
                      <a:gd name="connsiteX5" fmla="*/ 0 w 956162"/>
                      <a:gd name="connsiteY5" fmla="*/ 347324 h 2083903"/>
                      <a:gd name="connsiteX6" fmla="*/ 347324 w 956162"/>
                      <a:gd name="connsiteY6" fmla="*/ 0 h 2083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56162" h="2083903">
                        <a:moveTo>
                          <a:pt x="347324" y="0"/>
                        </a:moveTo>
                        <a:lnTo>
                          <a:pt x="956162" y="0"/>
                        </a:lnTo>
                        <a:lnTo>
                          <a:pt x="956162" y="2083903"/>
                        </a:lnTo>
                        <a:lnTo>
                          <a:pt x="347324" y="2083903"/>
                        </a:lnTo>
                        <a:cubicBezTo>
                          <a:pt x="155502" y="2083903"/>
                          <a:pt x="0" y="1928401"/>
                          <a:pt x="0" y="1736579"/>
                        </a:cubicBezTo>
                        <a:lnTo>
                          <a:pt x="0" y="347324"/>
                        </a:lnTo>
                        <a:cubicBezTo>
                          <a:pt x="0" y="155502"/>
                          <a:pt x="155502" y="0"/>
                          <a:pt x="347324" y="0"/>
                        </a:cubicBezTo>
                        <a:close/>
                      </a:path>
                    </a:pathLst>
                  </a:custGeom>
                  <a:solidFill>
                    <a:srgbClr val="66018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1" anchor="ctr">
                    <a:noAutofit/>
                  </a:bodyPr>
                  <a:lstStyle/>
                  <a:p>
                    <a:pPr algn="ctr"/>
                    <a:endParaRPr lang="ar-MA" sz="1246" dirty="0"/>
                  </a:p>
                </p:txBody>
              </p:sp>
            </p:grpSp>
            <p:sp>
              <p:nvSpPr>
                <p:cNvPr id="29" name="مربع نص 28">
                  <a:extLst>
                    <a:ext uri="{FF2B5EF4-FFF2-40B4-BE49-F238E27FC236}">
                      <a16:creationId xmlns:a16="http://schemas.microsoft.com/office/drawing/2014/main" id="{C87A5E18-45D8-4136-B065-A37A80648977}"/>
                    </a:ext>
                  </a:extLst>
                </p:cNvPr>
                <p:cNvSpPr txBox="1"/>
                <p:nvPr/>
              </p:nvSpPr>
              <p:spPr>
                <a:xfrm>
                  <a:off x="4589664" y="2018297"/>
                  <a:ext cx="3975651" cy="502824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ar-MA" sz="1662" dirty="0">
                      <a:solidFill>
                        <a:srgbClr val="8601B0"/>
                      </a:solidFill>
                      <a:latin typeface="29LT Bukra Bold Italic" panose="000B0903020204020204" pitchFamily="34" charset="-78"/>
                      <a:cs typeface="29LT Bukra Bold Italic" panose="000B0903020204020204" pitchFamily="34" charset="-78"/>
                    </a:rPr>
                    <a:t>نكتب نص مختصر توضيحي للعنوان</a:t>
                  </a:r>
                </a:p>
              </p:txBody>
            </p:sp>
          </p:grpSp>
          <p:sp>
            <p:nvSpPr>
              <p:cNvPr id="27" name="مربع نص 26">
                <a:extLst>
                  <a:ext uri="{FF2B5EF4-FFF2-40B4-BE49-F238E27FC236}">
                    <a16:creationId xmlns:a16="http://schemas.microsoft.com/office/drawing/2014/main" id="{8551BF4F-4A57-4A6B-AB7F-78D066D21C16}"/>
                  </a:ext>
                </a:extLst>
              </p:cNvPr>
              <p:cNvSpPr txBox="1"/>
              <p:nvPr/>
            </p:nvSpPr>
            <p:spPr>
              <a:xfrm>
                <a:off x="13065252" y="1935109"/>
                <a:ext cx="937286" cy="8104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ar-MA" sz="3046" dirty="0">
                    <a:solidFill>
                      <a:schemeClr val="bg1"/>
                    </a:solidFill>
                    <a:latin typeface="29LT Bukra Bold Italic" panose="000B0903020204020204" pitchFamily="34" charset="-78"/>
                    <a:cs typeface="29LT Bukra Bold Italic" panose="000B0903020204020204" pitchFamily="34" charset="-78"/>
                  </a:rPr>
                  <a:t>02</a:t>
                </a:r>
              </a:p>
            </p:txBody>
          </p:sp>
        </p:grpSp>
      </p:grpSp>
      <p:grpSp>
        <p:nvGrpSpPr>
          <p:cNvPr id="56" name="مجموعة 55">
            <a:extLst>
              <a:ext uri="{FF2B5EF4-FFF2-40B4-BE49-F238E27FC236}">
                <a16:creationId xmlns:a16="http://schemas.microsoft.com/office/drawing/2014/main" id="{9D26F8C8-4E05-47A9-B48C-35EB274FCBCA}"/>
              </a:ext>
            </a:extLst>
          </p:cNvPr>
          <p:cNvGrpSpPr/>
          <p:nvPr/>
        </p:nvGrpSpPr>
        <p:grpSpPr>
          <a:xfrm>
            <a:off x="5846175" y="4589982"/>
            <a:ext cx="3773553" cy="1773098"/>
            <a:chOff x="4051112" y="6629974"/>
            <a:chExt cx="5450688" cy="2561142"/>
          </a:xfrm>
        </p:grpSpPr>
        <p:sp>
          <p:nvSpPr>
            <p:cNvPr id="55" name="مستطيل: زوايا علوية مستديرة 54">
              <a:extLst>
                <a:ext uri="{FF2B5EF4-FFF2-40B4-BE49-F238E27FC236}">
                  <a16:creationId xmlns:a16="http://schemas.microsoft.com/office/drawing/2014/main" id="{033686C6-B2B1-4C5E-8F92-083565CB757C}"/>
                </a:ext>
              </a:extLst>
            </p:cNvPr>
            <p:cNvSpPr/>
            <p:nvPr/>
          </p:nvSpPr>
          <p:spPr>
            <a:xfrm rot="15948727">
              <a:off x="5597091" y="6154268"/>
              <a:ext cx="1490869" cy="4582827"/>
            </a:xfrm>
            <a:prstGeom prst="round2Same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 sz="1246"/>
            </a:p>
          </p:txBody>
        </p:sp>
        <p:grpSp>
          <p:nvGrpSpPr>
            <p:cNvPr id="35" name="مجموعة 34">
              <a:extLst>
                <a:ext uri="{FF2B5EF4-FFF2-40B4-BE49-F238E27FC236}">
                  <a16:creationId xmlns:a16="http://schemas.microsoft.com/office/drawing/2014/main" id="{0F28CAE9-7F5F-4304-AF75-0F107C238CE9}"/>
                </a:ext>
              </a:extLst>
            </p:cNvPr>
            <p:cNvGrpSpPr/>
            <p:nvPr/>
          </p:nvGrpSpPr>
          <p:grpSpPr>
            <a:xfrm>
              <a:off x="4202238" y="6629974"/>
              <a:ext cx="5299562" cy="2083903"/>
              <a:chOff x="8515827" y="1308656"/>
              <a:chExt cx="5299562" cy="2083903"/>
            </a:xfrm>
          </p:grpSpPr>
          <p:grpSp>
            <p:nvGrpSpPr>
              <p:cNvPr id="36" name="مجموعة 35">
                <a:extLst>
                  <a:ext uri="{FF2B5EF4-FFF2-40B4-BE49-F238E27FC236}">
                    <a16:creationId xmlns:a16="http://schemas.microsoft.com/office/drawing/2014/main" id="{1E29E191-81CD-41CF-81D7-FF81878865FF}"/>
                  </a:ext>
                </a:extLst>
              </p:cNvPr>
              <p:cNvGrpSpPr/>
              <p:nvPr/>
            </p:nvGrpSpPr>
            <p:grpSpPr>
              <a:xfrm>
                <a:off x="8525766" y="1308656"/>
                <a:ext cx="5289623" cy="2083903"/>
                <a:chOff x="4212183" y="1308656"/>
                <a:chExt cx="5289623" cy="2083903"/>
              </a:xfrm>
            </p:grpSpPr>
            <p:grpSp>
              <p:nvGrpSpPr>
                <p:cNvPr id="38" name="مجموعة 37">
                  <a:extLst>
                    <a:ext uri="{FF2B5EF4-FFF2-40B4-BE49-F238E27FC236}">
                      <a16:creationId xmlns:a16="http://schemas.microsoft.com/office/drawing/2014/main" id="{5A71B166-3061-4BC1-81A6-7E119477097E}"/>
                    </a:ext>
                  </a:extLst>
                </p:cNvPr>
                <p:cNvGrpSpPr/>
                <p:nvPr/>
              </p:nvGrpSpPr>
              <p:grpSpPr>
                <a:xfrm>
                  <a:off x="4212183" y="1308656"/>
                  <a:ext cx="5289623" cy="2083903"/>
                  <a:chOff x="3695351" y="1308656"/>
                  <a:chExt cx="5289623" cy="2083903"/>
                </a:xfrm>
              </p:grpSpPr>
              <p:sp>
                <p:nvSpPr>
                  <p:cNvPr id="40" name="مستطيل: زوايا علوية مستديرة 39">
                    <a:extLst>
                      <a:ext uri="{FF2B5EF4-FFF2-40B4-BE49-F238E27FC236}">
                        <a16:creationId xmlns:a16="http://schemas.microsoft.com/office/drawing/2014/main" id="{BFC82867-92AC-4103-87AD-19485318274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98211" y="-294204"/>
                    <a:ext cx="2083903" cy="5289623"/>
                  </a:xfrm>
                  <a:prstGeom prst="round2Same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MA" sz="1246"/>
                  </a:p>
                </p:txBody>
              </p:sp>
              <p:sp>
                <p:nvSpPr>
                  <p:cNvPr id="41" name="شكل حر: شكل 40">
                    <a:extLst>
                      <a:ext uri="{FF2B5EF4-FFF2-40B4-BE49-F238E27FC236}">
                        <a16:creationId xmlns:a16="http://schemas.microsoft.com/office/drawing/2014/main" id="{EBF095A1-A3CE-418F-8522-B4804473B458}"/>
                      </a:ext>
                    </a:extLst>
                  </p:cNvPr>
                  <p:cNvSpPr/>
                  <p:nvPr/>
                </p:nvSpPr>
                <p:spPr>
                  <a:xfrm>
                    <a:off x="3695351" y="1308656"/>
                    <a:ext cx="956162" cy="2083903"/>
                  </a:xfrm>
                  <a:custGeom>
                    <a:avLst/>
                    <a:gdLst>
                      <a:gd name="connsiteX0" fmla="*/ 347324 w 956162"/>
                      <a:gd name="connsiteY0" fmla="*/ 0 h 2083903"/>
                      <a:gd name="connsiteX1" fmla="*/ 956162 w 956162"/>
                      <a:gd name="connsiteY1" fmla="*/ 0 h 2083903"/>
                      <a:gd name="connsiteX2" fmla="*/ 956162 w 956162"/>
                      <a:gd name="connsiteY2" fmla="*/ 2083903 h 2083903"/>
                      <a:gd name="connsiteX3" fmla="*/ 347324 w 956162"/>
                      <a:gd name="connsiteY3" fmla="*/ 2083903 h 2083903"/>
                      <a:gd name="connsiteX4" fmla="*/ 0 w 956162"/>
                      <a:gd name="connsiteY4" fmla="*/ 1736579 h 2083903"/>
                      <a:gd name="connsiteX5" fmla="*/ 0 w 956162"/>
                      <a:gd name="connsiteY5" fmla="*/ 347324 h 2083903"/>
                      <a:gd name="connsiteX6" fmla="*/ 347324 w 956162"/>
                      <a:gd name="connsiteY6" fmla="*/ 0 h 2083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56162" h="2083903">
                        <a:moveTo>
                          <a:pt x="347324" y="0"/>
                        </a:moveTo>
                        <a:lnTo>
                          <a:pt x="956162" y="0"/>
                        </a:lnTo>
                        <a:lnTo>
                          <a:pt x="956162" y="2083903"/>
                        </a:lnTo>
                        <a:lnTo>
                          <a:pt x="347324" y="2083903"/>
                        </a:lnTo>
                        <a:cubicBezTo>
                          <a:pt x="155502" y="2083903"/>
                          <a:pt x="0" y="1928401"/>
                          <a:pt x="0" y="1736579"/>
                        </a:cubicBezTo>
                        <a:lnTo>
                          <a:pt x="0" y="347324"/>
                        </a:lnTo>
                        <a:cubicBezTo>
                          <a:pt x="0" y="155502"/>
                          <a:pt x="155502" y="0"/>
                          <a:pt x="347324" y="0"/>
                        </a:cubicBezTo>
                        <a:close/>
                      </a:path>
                    </a:pathLst>
                  </a:custGeom>
                  <a:solidFill>
                    <a:srgbClr val="CA7E0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1" anchor="ctr">
                    <a:noAutofit/>
                  </a:bodyPr>
                  <a:lstStyle/>
                  <a:p>
                    <a:pPr algn="ctr"/>
                    <a:endParaRPr lang="ar-MA" sz="1246" dirty="0"/>
                  </a:p>
                </p:txBody>
              </p:sp>
            </p:grpSp>
            <p:sp>
              <p:nvSpPr>
                <p:cNvPr id="39" name="مربع نص 38">
                  <a:extLst>
                    <a:ext uri="{FF2B5EF4-FFF2-40B4-BE49-F238E27FC236}">
                      <a16:creationId xmlns:a16="http://schemas.microsoft.com/office/drawing/2014/main" id="{6F40B07B-1B72-4264-9CF8-3413D6DA9314}"/>
                    </a:ext>
                  </a:extLst>
                </p:cNvPr>
                <p:cNvSpPr txBox="1"/>
                <p:nvPr/>
              </p:nvSpPr>
              <p:spPr>
                <a:xfrm>
                  <a:off x="5367131" y="1935109"/>
                  <a:ext cx="3975654" cy="502824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ar-MA" sz="1662" dirty="0">
                      <a:solidFill>
                        <a:srgbClr val="FB9A03"/>
                      </a:solidFill>
                      <a:latin typeface="29LT Bukra Bold Italic" panose="000B0903020204020204" pitchFamily="34" charset="-78"/>
                      <a:cs typeface="29LT Bukra Bold Italic" panose="000B0903020204020204" pitchFamily="34" charset="-78"/>
                    </a:rPr>
                    <a:t>نكتب نص مختصر توضيحي للعنوان</a:t>
                  </a:r>
                </a:p>
              </p:txBody>
            </p:sp>
          </p:grpSp>
          <p:sp>
            <p:nvSpPr>
              <p:cNvPr id="37" name="مربع نص 36">
                <a:extLst>
                  <a:ext uri="{FF2B5EF4-FFF2-40B4-BE49-F238E27FC236}">
                    <a16:creationId xmlns:a16="http://schemas.microsoft.com/office/drawing/2014/main" id="{760A3675-348E-4EC9-BCFA-F9559502600D}"/>
                  </a:ext>
                </a:extLst>
              </p:cNvPr>
              <p:cNvSpPr txBox="1"/>
              <p:nvPr/>
            </p:nvSpPr>
            <p:spPr>
              <a:xfrm>
                <a:off x="8515827" y="1935109"/>
                <a:ext cx="937286" cy="8104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ar-MA" sz="3046" dirty="0">
                    <a:solidFill>
                      <a:schemeClr val="bg1"/>
                    </a:solidFill>
                    <a:latin typeface="29LT Bukra Bold Italic" panose="000B0903020204020204" pitchFamily="34" charset="-78"/>
                    <a:cs typeface="29LT Bukra Bold Italic" panose="000B0903020204020204" pitchFamily="34" charset="-78"/>
                  </a:rPr>
                  <a:t>03</a:t>
                </a:r>
              </a:p>
            </p:txBody>
          </p:sp>
        </p:grpSp>
      </p:grpSp>
      <p:grpSp>
        <p:nvGrpSpPr>
          <p:cNvPr id="65" name="مجموعة 64">
            <a:extLst>
              <a:ext uri="{FF2B5EF4-FFF2-40B4-BE49-F238E27FC236}">
                <a16:creationId xmlns:a16="http://schemas.microsoft.com/office/drawing/2014/main" id="{5AC92BC1-CE96-4743-A7AF-4D2E16940D1A}"/>
              </a:ext>
            </a:extLst>
          </p:cNvPr>
          <p:cNvGrpSpPr/>
          <p:nvPr/>
        </p:nvGrpSpPr>
        <p:grpSpPr>
          <a:xfrm rot="10800000">
            <a:off x="913338" y="2724469"/>
            <a:ext cx="3619372" cy="1699593"/>
            <a:chOff x="8815007" y="3734088"/>
            <a:chExt cx="5227982" cy="2454967"/>
          </a:xfrm>
          <a:effectLst>
            <a:outerShdw blurRad="50800" dist="508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2" name="مجموعة 31">
              <a:extLst>
                <a:ext uri="{FF2B5EF4-FFF2-40B4-BE49-F238E27FC236}">
                  <a16:creationId xmlns:a16="http://schemas.microsoft.com/office/drawing/2014/main" id="{8CA1362D-1B41-4E5D-8F91-B31BC191519D}"/>
                </a:ext>
              </a:extLst>
            </p:cNvPr>
            <p:cNvGrpSpPr/>
            <p:nvPr/>
          </p:nvGrpSpPr>
          <p:grpSpPr>
            <a:xfrm>
              <a:off x="8815007" y="3734088"/>
              <a:ext cx="5227982" cy="2454967"/>
              <a:chOff x="8805068" y="1123124"/>
              <a:chExt cx="5227982" cy="2454967"/>
            </a:xfrm>
          </p:grpSpPr>
          <p:sp>
            <p:nvSpPr>
              <p:cNvPr id="33" name="شكل حر: شكل 32">
                <a:extLst>
                  <a:ext uri="{FF2B5EF4-FFF2-40B4-BE49-F238E27FC236}">
                    <a16:creationId xmlns:a16="http://schemas.microsoft.com/office/drawing/2014/main" id="{23D20A73-0287-463D-8D26-87F070730D93}"/>
                  </a:ext>
                </a:extLst>
              </p:cNvPr>
              <p:cNvSpPr/>
              <p:nvPr/>
            </p:nvSpPr>
            <p:spPr>
              <a:xfrm rot="5400000">
                <a:off x="10191575" y="-263383"/>
                <a:ext cx="2454967" cy="5227982"/>
              </a:xfrm>
              <a:custGeom>
                <a:avLst/>
                <a:gdLst>
                  <a:gd name="connsiteX0" fmla="*/ 0 w 2454967"/>
                  <a:gd name="connsiteY0" fmla="*/ 5227982 h 5227982"/>
                  <a:gd name="connsiteX1" fmla="*/ 0 w 2454967"/>
                  <a:gd name="connsiteY1" fmla="*/ 401018 h 5227982"/>
                  <a:gd name="connsiteX2" fmla="*/ 401019 w 2454967"/>
                  <a:gd name="connsiteY2" fmla="*/ 0 h 5227982"/>
                  <a:gd name="connsiteX3" fmla="*/ 2053948 w 2454967"/>
                  <a:gd name="connsiteY3" fmla="*/ 0 h 5227982"/>
                  <a:gd name="connsiteX4" fmla="*/ 2454967 w 2454967"/>
                  <a:gd name="connsiteY4" fmla="*/ 401018 h 5227982"/>
                  <a:gd name="connsiteX5" fmla="*/ 2454967 w 2454967"/>
                  <a:gd name="connsiteY5" fmla="*/ 5227982 h 5227982"/>
                  <a:gd name="connsiteX6" fmla="*/ 1873527 w 2454967"/>
                  <a:gd name="connsiteY6" fmla="*/ 5227982 h 5227982"/>
                  <a:gd name="connsiteX7" fmla="*/ 1227483 w 2454967"/>
                  <a:gd name="connsiteY7" fmla="*/ 4581938 h 5227982"/>
                  <a:gd name="connsiteX8" fmla="*/ 581439 w 2454967"/>
                  <a:gd name="connsiteY8" fmla="*/ 5227982 h 522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4967" h="5227982">
                    <a:moveTo>
                      <a:pt x="0" y="5227982"/>
                    </a:moveTo>
                    <a:lnTo>
                      <a:pt x="0" y="401018"/>
                    </a:lnTo>
                    <a:cubicBezTo>
                      <a:pt x="0" y="179542"/>
                      <a:pt x="179542" y="0"/>
                      <a:pt x="401019" y="0"/>
                    </a:cubicBezTo>
                    <a:lnTo>
                      <a:pt x="2053948" y="0"/>
                    </a:lnTo>
                    <a:cubicBezTo>
                      <a:pt x="2275425" y="0"/>
                      <a:pt x="2454967" y="179542"/>
                      <a:pt x="2454967" y="401018"/>
                    </a:cubicBezTo>
                    <a:lnTo>
                      <a:pt x="2454967" y="5227982"/>
                    </a:lnTo>
                    <a:lnTo>
                      <a:pt x="1873527" y="5227982"/>
                    </a:lnTo>
                    <a:cubicBezTo>
                      <a:pt x="1873527" y="4871182"/>
                      <a:pt x="1584283" y="4581938"/>
                      <a:pt x="1227483" y="4581938"/>
                    </a:cubicBezTo>
                    <a:cubicBezTo>
                      <a:pt x="870683" y="4581938"/>
                      <a:pt x="581439" y="4871182"/>
                      <a:pt x="581439" y="5227982"/>
                    </a:cubicBezTo>
                    <a:close/>
                  </a:path>
                </a:pathLst>
              </a:custGeom>
              <a:solidFill>
                <a:srgbClr val="8601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 sz="1246" dirty="0"/>
              </a:p>
            </p:txBody>
          </p:sp>
          <p:sp>
            <p:nvSpPr>
              <p:cNvPr id="34" name="شكل حر: شكل 33">
                <a:extLst>
                  <a:ext uri="{FF2B5EF4-FFF2-40B4-BE49-F238E27FC236}">
                    <a16:creationId xmlns:a16="http://schemas.microsoft.com/office/drawing/2014/main" id="{C3C582A2-5574-4A46-8319-6B9633BDE9FE}"/>
                  </a:ext>
                </a:extLst>
              </p:cNvPr>
              <p:cNvSpPr/>
              <p:nvPr/>
            </p:nvSpPr>
            <p:spPr>
              <a:xfrm rot="5400000">
                <a:off x="10288158" y="-174433"/>
                <a:ext cx="2083903" cy="5050083"/>
              </a:xfrm>
              <a:custGeom>
                <a:avLst/>
                <a:gdLst>
                  <a:gd name="connsiteX0" fmla="*/ 0 w 2083903"/>
                  <a:gd name="connsiteY0" fmla="*/ 5050083 h 5050083"/>
                  <a:gd name="connsiteX1" fmla="*/ 0 w 2083903"/>
                  <a:gd name="connsiteY1" fmla="*/ 340406 h 5050083"/>
                  <a:gd name="connsiteX2" fmla="*/ 340406 w 2083903"/>
                  <a:gd name="connsiteY2" fmla="*/ 0 h 5050083"/>
                  <a:gd name="connsiteX3" fmla="*/ 1743497 w 2083903"/>
                  <a:gd name="connsiteY3" fmla="*/ 0 h 5050083"/>
                  <a:gd name="connsiteX4" fmla="*/ 2083903 w 2083903"/>
                  <a:gd name="connsiteY4" fmla="*/ 340406 h 5050083"/>
                  <a:gd name="connsiteX5" fmla="*/ 2083903 w 2083903"/>
                  <a:gd name="connsiteY5" fmla="*/ 5050083 h 5050083"/>
                  <a:gd name="connsiteX6" fmla="*/ 1687995 w 2083903"/>
                  <a:gd name="connsiteY6" fmla="*/ 5050083 h 5050083"/>
                  <a:gd name="connsiteX7" fmla="*/ 1674870 w 2083903"/>
                  <a:gd name="connsiteY7" fmla="*/ 4919885 h 5050083"/>
                  <a:gd name="connsiteX8" fmla="*/ 1041951 w 2083903"/>
                  <a:gd name="connsiteY8" fmla="*/ 4404041 h 5050083"/>
                  <a:gd name="connsiteX9" fmla="*/ 409032 w 2083903"/>
                  <a:gd name="connsiteY9" fmla="*/ 4919885 h 5050083"/>
                  <a:gd name="connsiteX10" fmla="*/ 395907 w 2083903"/>
                  <a:gd name="connsiteY10" fmla="*/ 5050083 h 5050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3903" h="5050083">
                    <a:moveTo>
                      <a:pt x="0" y="5050083"/>
                    </a:moveTo>
                    <a:lnTo>
                      <a:pt x="0" y="340406"/>
                    </a:lnTo>
                    <a:cubicBezTo>
                      <a:pt x="0" y="152405"/>
                      <a:pt x="152405" y="0"/>
                      <a:pt x="340406" y="0"/>
                    </a:cubicBezTo>
                    <a:lnTo>
                      <a:pt x="1743497" y="0"/>
                    </a:lnTo>
                    <a:cubicBezTo>
                      <a:pt x="1931498" y="0"/>
                      <a:pt x="2083903" y="152405"/>
                      <a:pt x="2083903" y="340406"/>
                    </a:cubicBezTo>
                    <a:lnTo>
                      <a:pt x="2083903" y="5050083"/>
                    </a:lnTo>
                    <a:lnTo>
                      <a:pt x="1687995" y="5050083"/>
                    </a:lnTo>
                    <a:lnTo>
                      <a:pt x="1674870" y="4919885"/>
                    </a:lnTo>
                    <a:cubicBezTo>
                      <a:pt x="1614628" y="4625493"/>
                      <a:pt x="1354151" y="4404041"/>
                      <a:pt x="1041951" y="4404041"/>
                    </a:cubicBezTo>
                    <a:cubicBezTo>
                      <a:pt x="729751" y="4404041"/>
                      <a:pt x="469274" y="4625493"/>
                      <a:pt x="409032" y="4919885"/>
                    </a:cubicBezTo>
                    <a:lnTo>
                      <a:pt x="395907" y="5050083"/>
                    </a:lnTo>
                    <a:close/>
                  </a:path>
                </a:pathLst>
              </a:custGeom>
              <a:solidFill>
                <a:srgbClr val="7E4B8D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 sz="1246"/>
              </a:p>
            </p:txBody>
          </p:sp>
        </p:grpSp>
        <p:sp>
          <p:nvSpPr>
            <p:cNvPr id="45" name="مربع نص 44">
              <a:extLst>
                <a:ext uri="{FF2B5EF4-FFF2-40B4-BE49-F238E27FC236}">
                  <a16:creationId xmlns:a16="http://schemas.microsoft.com/office/drawing/2014/main" id="{B455F44D-64A5-4CC6-9DDB-32F03672065A}"/>
                </a:ext>
              </a:extLst>
            </p:cNvPr>
            <p:cNvSpPr txBox="1"/>
            <p:nvPr/>
          </p:nvSpPr>
          <p:spPr>
            <a:xfrm rot="10800000">
              <a:off x="9551502" y="4576849"/>
              <a:ext cx="3975653" cy="74890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2769" dirty="0">
                  <a:solidFill>
                    <a:schemeClr val="bg1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الثاني</a:t>
              </a:r>
            </a:p>
          </p:txBody>
        </p:sp>
      </p:grpSp>
      <p:grpSp>
        <p:nvGrpSpPr>
          <p:cNvPr id="64" name="مجموعة 63">
            <a:extLst>
              <a:ext uri="{FF2B5EF4-FFF2-40B4-BE49-F238E27FC236}">
                <a16:creationId xmlns:a16="http://schemas.microsoft.com/office/drawing/2014/main" id="{B5AC45F9-2757-4479-A9C9-6FEA413A81A9}"/>
              </a:ext>
            </a:extLst>
          </p:cNvPr>
          <p:cNvGrpSpPr/>
          <p:nvPr/>
        </p:nvGrpSpPr>
        <p:grpSpPr>
          <a:xfrm>
            <a:off x="6109761" y="4461537"/>
            <a:ext cx="3619372" cy="1699593"/>
            <a:chOff x="8824946" y="6444442"/>
            <a:chExt cx="5227982" cy="2454967"/>
          </a:xfrm>
          <a:effectLst>
            <a:outerShdw blurRad="50800" dist="508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42" name="مجموعة 41">
              <a:extLst>
                <a:ext uri="{FF2B5EF4-FFF2-40B4-BE49-F238E27FC236}">
                  <a16:creationId xmlns:a16="http://schemas.microsoft.com/office/drawing/2014/main" id="{6891574C-D340-47B2-96A6-D413D68624F5}"/>
                </a:ext>
              </a:extLst>
            </p:cNvPr>
            <p:cNvGrpSpPr/>
            <p:nvPr/>
          </p:nvGrpSpPr>
          <p:grpSpPr>
            <a:xfrm>
              <a:off x="8824946" y="6444442"/>
              <a:ext cx="5227982" cy="2454967"/>
              <a:chOff x="8805068" y="1123124"/>
              <a:chExt cx="5227982" cy="2454967"/>
            </a:xfrm>
          </p:grpSpPr>
          <p:sp>
            <p:nvSpPr>
              <p:cNvPr id="43" name="شكل حر: شكل 42">
                <a:extLst>
                  <a:ext uri="{FF2B5EF4-FFF2-40B4-BE49-F238E27FC236}">
                    <a16:creationId xmlns:a16="http://schemas.microsoft.com/office/drawing/2014/main" id="{6CCEA8A6-B0AD-4BC4-9564-7F84536FB005}"/>
                  </a:ext>
                </a:extLst>
              </p:cNvPr>
              <p:cNvSpPr/>
              <p:nvPr/>
            </p:nvSpPr>
            <p:spPr>
              <a:xfrm rot="5400000">
                <a:off x="10191575" y="-263383"/>
                <a:ext cx="2454967" cy="5227982"/>
              </a:xfrm>
              <a:custGeom>
                <a:avLst/>
                <a:gdLst>
                  <a:gd name="connsiteX0" fmla="*/ 0 w 2454967"/>
                  <a:gd name="connsiteY0" fmla="*/ 5227982 h 5227982"/>
                  <a:gd name="connsiteX1" fmla="*/ 0 w 2454967"/>
                  <a:gd name="connsiteY1" fmla="*/ 401018 h 5227982"/>
                  <a:gd name="connsiteX2" fmla="*/ 401019 w 2454967"/>
                  <a:gd name="connsiteY2" fmla="*/ 0 h 5227982"/>
                  <a:gd name="connsiteX3" fmla="*/ 2053948 w 2454967"/>
                  <a:gd name="connsiteY3" fmla="*/ 0 h 5227982"/>
                  <a:gd name="connsiteX4" fmla="*/ 2454967 w 2454967"/>
                  <a:gd name="connsiteY4" fmla="*/ 401018 h 5227982"/>
                  <a:gd name="connsiteX5" fmla="*/ 2454967 w 2454967"/>
                  <a:gd name="connsiteY5" fmla="*/ 5227982 h 5227982"/>
                  <a:gd name="connsiteX6" fmla="*/ 1873527 w 2454967"/>
                  <a:gd name="connsiteY6" fmla="*/ 5227982 h 5227982"/>
                  <a:gd name="connsiteX7" fmla="*/ 1227483 w 2454967"/>
                  <a:gd name="connsiteY7" fmla="*/ 4581938 h 5227982"/>
                  <a:gd name="connsiteX8" fmla="*/ 581439 w 2454967"/>
                  <a:gd name="connsiteY8" fmla="*/ 5227982 h 522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4967" h="5227982">
                    <a:moveTo>
                      <a:pt x="0" y="5227982"/>
                    </a:moveTo>
                    <a:lnTo>
                      <a:pt x="0" y="401018"/>
                    </a:lnTo>
                    <a:cubicBezTo>
                      <a:pt x="0" y="179542"/>
                      <a:pt x="179542" y="0"/>
                      <a:pt x="401019" y="0"/>
                    </a:cubicBezTo>
                    <a:lnTo>
                      <a:pt x="2053948" y="0"/>
                    </a:lnTo>
                    <a:cubicBezTo>
                      <a:pt x="2275425" y="0"/>
                      <a:pt x="2454967" y="179542"/>
                      <a:pt x="2454967" y="401018"/>
                    </a:cubicBezTo>
                    <a:lnTo>
                      <a:pt x="2454967" y="5227982"/>
                    </a:lnTo>
                    <a:lnTo>
                      <a:pt x="1873527" y="5227982"/>
                    </a:lnTo>
                    <a:cubicBezTo>
                      <a:pt x="1873527" y="4871182"/>
                      <a:pt x="1584283" y="4581938"/>
                      <a:pt x="1227483" y="4581938"/>
                    </a:cubicBezTo>
                    <a:cubicBezTo>
                      <a:pt x="870683" y="4581938"/>
                      <a:pt x="581439" y="4871182"/>
                      <a:pt x="581439" y="5227982"/>
                    </a:cubicBezTo>
                    <a:close/>
                  </a:path>
                </a:pathLst>
              </a:custGeom>
              <a:solidFill>
                <a:srgbClr val="FB9A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 sz="1246"/>
              </a:p>
            </p:txBody>
          </p:sp>
          <p:sp>
            <p:nvSpPr>
              <p:cNvPr id="44" name="شكل حر: شكل 43">
                <a:extLst>
                  <a:ext uri="{FF2B5EF4-FFF2-40B4-BE49-F238E27FC236}">
                    <a16:creationId xmlns:a16="http://schemas.microsoft.com/office/drawing/2014/main" id="{03F41762-0D1B-4AB3-A82C-1BF1503EC3E2}"/>
                  </a:ext>
                </a:extLst>
              </p:cNvPr>
              <p:cNvSpPr/>
              <p:nvPr/>
            </p:nvSpPr>
            <p:spPr>
              <a:xfrm rot="5400000">
                <a:off x="10288158" y="-174433"/>
                <a:ext cx="2083903" cy="5050083"/>
              </a:xfrm>
              <a:custGeom>
                <a:avLst/>
                <a:gdLst>
                  <a:gd name="connsiteX0" fmla="*/ 0 w 2083903"/>
                  <a:gd name="connsiteY0" fmla="*/ 5050083 h 5050083"/>
                  <a:gd name="connsiteX1" fmla="*/ 0 w 2083903"/>
                  <a:gd name="connsiteY1" fmla="*/ 340406 h 5050083"/>
                  <a:gd name="connsiteX2" fmla="*/ 340406 w 2083903"/>
                  <a:gd name="connsiteY2" fmla="*/ 0 h 5050083"/>
                  <a:gd name="connsiteX3" fmla="*/ 1743497 w 2083903"/>
                  <a:gd name="connsiteY3" fmla="*/ 0 h 5050083"/>
                  <a:gd name="connsiteX4" fmla="*/ 2083903 w 2083903"/>
                  <a:gd name="connsiteY4" fmla="*/ 340406 h 5050083"/>
                  <a:gd name="connsiteX5" fmla="*/ 2083903 w 2083903"/>
                  <a:gd name="connsiteY5" fmla="*/ 5050083 h 5050083"/>
                  <a:gd name="connsiteX6" fmla="*/ 1687995 w 2083903"/>
                  <a:gd name="connsiteY6" fmla="*/ 5050083 h 5050083"/>
                  <a:gd name="connsiteX7" fmla="*/ 1674870 w 2083903"/>
                  <a:gd name="connsiteY7" fmla="*/ 4919885 h 5050083"/>
                  <a:gd name="connsiteX8" fmla="*/ 1041951 w 2083903"/>
                  <a:gd name="connsiteY8" fmla="*/ 4404041 h 5050083"/>
                  <a:gd name="connsiteX9" fmla="*/ 409032 w 2083903"/>
                  <a:gd name="connsiteY9" fmla="*/ 4919885 h 5050083"/>
                  <a:gd name="connsiteX10" fmla="*/ 395907 w 2083903"/>
                  <a:gd name="connsiteY10" fmla="*/ 5050083 h 5050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3903" h="5050083">
                    <a:moveTo>
                      <a:pt x="0" y="5050083"/>
                    </a:moveTo>
                    <a:lnTo>
                      <a:pt x="0" y="340406"/>
                    </a:lnTo>
                    <a:cubicBezTo>
                      <a:pt x="0" y="152405"/>
                      <a:pt x="152405" y="0"/>
                      <a:pt x="340406" y="0"/>
                    </a:cubicBezTo>
                    <a:lnTo>
                      <a:pt x="1743497" y="0"/>
                    </a:lnTo>
                    <a:cubicBezTo>
                      <a:pt x="1931498" y="0"/>
                      <a:pt x="2083903" y="152405"/>
                      <a:pt x="2083903" y="340406"/>
                    </a:cubicBezTo>
                    <a:lnTo>
                      <a:pt x="2083903" y="5050083"/>
                    </a:lnTo>
                    <a:lnTo>
                      <a:pt x="1687995" y="5050083"/>
                    </a:lnTo>
                    <a:lnTo>
                      <a:pt x="1674870" y="4919885"/>
                    </a:lnTo>
                    <a:cubicBezTo>
                      <a:pt x="1614628" y="4625493"/>
                      <a:pt x="1354151" y="4404041"/>
                      <a:pt x="1041951" y="4404041"/>
                    </a:cubicBezTo>
                    <a:cubicBezTo>
                      <a:pt x="729751" y="4404041"/>
                      <a:pt x="469274" y="4625493"/>
                      <a:pt x="409032" y="4919885"/>
                    </a:cubicBezTo>
                    <a:lnTo>
                      <a:pt x="395907" y="5050083"/>
                    </a:lnTo>
                    <a:close/>
                  </a:path>
                </a:pathLst>
              </a:custGeom>
              <a:solidFill>
                <a:srgbClr val="CA7E02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 sz="1246"/>
              </a:p>
            </p:txBody>
          </p:sp>
        </p:grpSp>
        <p:sp>
          <p:nvSpPr>
            <p:cNvPr id="46" name="مربع نص 45">
              <a:extLst>
                <a:ext uri="{FF2B5EF4-FFF2-40B4-BE49-F238E27FC236}">
                  <a16:creationId xmlns:a16="http://schemas.microsoft.com/office/drawing/2014/main" id="{D163CE44-D54F-46AD-ABCA-1AB940B2A7DE}"/>
                </a:ext>
              </a:extLst>
            </p:cNvPr>
            <p:cNvSpPr txBox="1"/>
            <p:nvPr/>
          </p:nvSpPr>
          <p:spPr>
            <a:xfrm>
              <a:off x="9551502" y="7256426"/>
              <a:ext cx="3975653" cy="74890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2769" dirty="0">
                  <a:solidFill>
                    <a:schemeClr val="bg1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الثالث</a:t>
              </a:r>
            </a:p>
          </p:txBody>
        </p:sp>
      </p:grpSp>
      <p:grpSp>
        <p:nvGrpSpPr>
          <p:cNvPr id="52" name="مجموعة 65">
            <a:extLst>
              <a:ext uri="{FF2B5EF4-FFF2-40B4-BE49-F238E27FC236}">
                <a16:creationId xmlns:a16="http://schemas.microsoft.com/office/drawing/2014/main" id="{5CE585BD-0031-4D7C-B7E3-B87240D3A74E}"/>
              </a:ext>
            </a:extLst>
          </p:cNvPr>
          <p:cNvGrpSpPr/>
          <p:nvPr/>
        </p:nvGrpSpPr>
        <p:grpSpPr>
          <a:xfrm rot="10800000">
            <a:off x="924557" y="836301"/>
            <a:ext cx="3619372" cy="1699593"/>
            <a:chOff x="8805068" y="1023734"/>
            <a:chExt cx="5227982" cy="2454967"/>
          </a:xfrm>
          <a:effectLst>
            <a:outerShdw blurRad="50800" dist="508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59" name="مجموعة 23">
              <a:extLst>
                <a:ext uri="{FF2B5EF4-FFF2-40B4-BE49-F238E27FC236}">
                  <a16:creationId xmlns:a16="http://schemas.microsoft.com/office/drawing/2014/main" id="{CC87A0CF-0AF0-484F-B941-5070BB5DF7FD}"/>
                </a:ext>
              </a:extLst>
            </p:cNvPr>
            <p:cNvGrpSpPr/>
            <p:nvPr/>
          </p:nvGrpSpPr>
          <p:grpSpPr>
            <a:xfrm>
              <a:off x="8805068" y="1023734"/>
              <a:ext cx="5227982" cy="2454967"/>
              <a:chOff x="8805068" y="1123124"/>
              <a:chExt cx="5227982" cy="2454967"/>
            </a:xfrm>
          </p:grpSpPr>
          <p:sp>
            <p:nvSpPr>
              <p:cNvPr id="61" name="شكل حر: شكل 9">
                <a:extLst>
                  <a:ext uri="{FF2B5EF4-FFF2-40B4-BE49-F238E27FC236}">
                    <a16:creationId xmlns:a16="http://schemas.microsoft.com/office/drawing/2014/main" id="{BE6E90A0-F5F7-497F-A888-1C249483023A}"/>
                  </a:ext>
                </a:extLst>
              </p:cNvPr>
              <p:cNvSpPr/>
              <p:nvPr/>
            </p:nvSpPr>
            <p:spPr>
              <a:xfrm rot="5400000">
                <a:off x="10191575" y="-263383"/>
                <a:ext cx="2454967" cy="5227982"/>
              </a:xfrm>
              <a:custGeom>
                <a:avLst/>
                <a:gdLst>
                  <a:gd name="connsiteX0" fmla="*/ 0 w 2454967"/>
                  <a:gd name="connsiteY0" fmla="*/ 5227982 h 5227982"/>
                  <a:gd name="connsiteX1" fmla="*/ 0 w 2454967"/>
                  <a:gd name="connsiteY1" fmla="*/ 401018 h 5227982"/>
                  <a:gd name="connsiteX2" fmla="*/ 401019 w 2454967"/>
                  <a:gd name="connsiteY2" fmla="*/ 0 h 5227982"/>
                  <a:gd name="connsiteX3" fmla="*/ 2053948 w 2454967"/>
                  <a:gd name="connsiteY3" fmla="*/ 0 h 5227982"/>
                  <a:gd name="connsiteX4" fmla="*/ 2454967 w 2454967"/>
                  <a:gd name="connsiteY4" fmla="*/ 401018 h 5227982"/>
                  <a:gd name="connsiteX5" fmla="*/ 2454967 w 2454967"/>
                  <a:gd name="connsiteY5" fmla="*/ 5227982 h 5227982"/>
                  <a:gd name="connsiteX6" fmla="*/ 1873527 w 2454967"/>
                  <a:gd name="connsiteY6" fmla="*/ 5227982 h 5227982"/>
                  <a:gd name="connsiteX7" fmla="*/ 1227483 w 2454967"/>
                  <a:gd name="connsiteY7" fmla="*/ 4581938 h 5227982"/>
                  <a:gd name="connsiteX8" fmla="*/ 581439 w 2454967"/>
                  <a:gd name="connsiteY8" fmla="*/ 5227982 h 522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4967" h="5227982">
                    <a:moveTo>
                      <a:pt x="0" y="5227982"/>
                    </a:moveTo>
                    <a:lnTo>
                      <a:pt x="0" y="401018"/>
                    </a:lnTo>
                    <a:cubicBezTo>
                      <a:pt x="0" y="179542"/>
                      <a:pt x="179542" y="0"/>
                      <a:pt x="401019" y="0"/>
                    </a:cubicBezTo>
                    <a:lnTo>
                      <a:pt x="2053948" y="0"/>
                    </a:lnTo>
                    <a:cubicBezTo>
                      <a:pt x="2275425" y="0"/>
                      <a:pt x="2454967" y="179542"/>
                      <a:pt x="2454967" y="401018"/>
                    </a:cubicBezTo>
                    <a:lnTo>
                      <a:pt x="2454967" y="5227982"/>
                    </a:lnTo>
                    <a:lnTo>
                      <a:pt x="1873527" y="5227982"/>
                    </a:lnTo>
                    <a:cubicBezTo>
                      <a:pt x="1873527" y="4871182"/>
                      <a:pt x="1584283" y="4581938"/>
                      <a:pt x="1227483" y="4581938"/>
                    </a:cubicBezTo>
                    <a:cubicBezTo>
                      <a:pt x="870683" y="4581938"/>
                      <a:pt x="581439" y="4871182"/>
                      <a:pt x="581439" y="5227982"/>
                    </a:cubicBezTo>
                    <a:close/>
                  </a:path>
                </a:pathLst>
              </a:custGeom>
              <a:solidFill>
                <a:srgbClr val="67B2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 sz="1246"/>
              </a:p>
            </p:txBody>
          </p:sp>
          <p:sp>
            <p:nvSpPr>
              <p:cNvPr id="62" name="شكل حر: شكل 10">
                <a:extLst>
                  <a:ext uri="{FF2B5EF4-FFF2-40B4-BE49-F238E27FC236}">
                    <a16:creationId xmlns:a16="http://schemas.microsoft.com/office/drawing/2014/main" id="{76E0DAFC-BD3A-404D-9A84-3EC5A3B70CB7}"/>
                  </a:ext>
                </a:extLst>
              </p:cNvPr>
              <p:cNvSpPr/>
              <p:nvPr/>
            </p:nvSpPr>
            <p:spPr>
              <a:xfrm rot="5400000">
                <a:off x="10288158" y="-174433"/>
                <a:ext cx="2083903" cy="5050083"/>
              </a:xfrm>
              <a:custGeom>
                <a:avLst/>
                <a:gdLst>
                  <a:gd name="connsiteX0" fmla="*/ 0 w 2083903"/>
                  <a:gd name="connsiteY0" fmla="*/ 5050083 h 5050083"/>
                  <a:gd name="connsiteX1" fmla="*/ 0 w 2083903"/>
                  <a:gd name="connsiteY1" fmla="*/ 340406 h 5050083"/>
                  <a:gd name="connsiteX2" fmla="*/ 340406 w 2083903"/>
                  <a:gd name="connsiteY2" fmla="*/ 0 h 5050083"/>
                  <a:gd name="connsiteX3" fmla="*/ 1743497 w 2083903"/>
                  <a:gd name="connsiteY3" fmla="*/ 0 h 5050083"/>
                  <a:gd name="connsiteX4" fmla="*/ 2083903 w 2083903"/>
                  <a:gd name="connsiteY4" fmla="*/ 340406 h 5050083"/>
                  <a:gd name="connsiteX5" fmla="*/ 2083903 w 2083903"/>
                  <a:gd name="connsiteY5" fmla="*/ 5050083 h 5050083"/>
                  <a:gd name="connsiteX6" fmla="*/ 1687995 w 2083903"/>
                  <a:gd name="connsiteY6" fmla="*/ 5050083 h 5050083"/>
                  <a:gd name="connsiteX7" fmla="*/ 1674870 w 2083903"/>
                  <a:gd name="connsiteY7" fmla="*/ 4919885 h 5050083"/>
                  <a:gd name="connsiteX8" fmla="*/ 1041951 w 2083903"/>
                  <a:gd name="connsiteY8" fmla="*/ 4404041 h 5050083"/>
                  <a:gd name="connsiteX9" fmla="*/ 409032 w 2083903"/>
                  <a:gd name="connsiteY9" fmla="*/ 4919885 h 5050083"/>
                  <a:gd name="connsiteX10" fmla="*/ 395907 w 2083903"/>
                  <a:gd name="connsiteY10" fmla="*/ 5050083 h 5050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3903" h="5050083">
                    <a:moveTo>
                      <a:pt x="0" y="5050083"/>
                    </a:moveTo>
                    <a:lnTo>
                      <a:pt x="0" y="340406"/>
                    </a:lnTo>
                    <a:cubicBezTo>
                      <a:pt x="0" y="152405"/>
                      <a:pt x="152405" y="0"/>
                      <a:pt x="340406" y="0"/>
                    </a:cubicBezTo>
                    <a:lnTo>
                      <a:pt x="1743497" y="0"/>
                    </a:lnTo>
                    <a:cubicBezTo>
                      <a:pt x="1931498" y="0"/>
                      <a:pt x="2083903" y="152405"/>
                      <a:pt x="2083903" y="340406"/>
                    </a:cubicBezTo>
                    <a:lnTo>
                      <a:pt x="2083903" y="5050083"/>
                    </a:lnTo>
                    <a:lnTo>
                      <a:pt x="1687995" y="5050083"/>
                    </a:lnTo>
                    <a:lnTo>
                      <a:pt x="1674870" y="4919885"/>
                    </a:lnTo>
                    <a:cubicBezTo>
                      <a:pt x="1614628" y="4625493"/>
                      <a:pt x="1354151" y="4404041"/>
                      <a:pt x="1041951" y="4404041"/>
                    </a:cubicBezTo>
                    <a:cubicBezTo>
                      <a:pt x="729751" y="4404041"/>
                      <a:pt x="469274" y="4625493"/>
                      <a:pt x="409032" y="4919885"/>
                    </a:cubicBezTo>
                    <a:lnTo>
                      <a:pt x="395907" y="5050083"/>
                    </a:lnTo>
                    <a:close/>
                  </a:path>
                </a:pathLst>
              </a:custGeom>
              <a:solidFill>
                <a:srgbClr val="4F8927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 sz="1246"/>
              </a:p>
            </p:txBody>
          </p:sp>
        </p:grpSp>
        <p:sp>
          <p:nvSpPr>
            <p:cNvPr id="60" name="مربع نص 19">
              <a:extLst>
                <a:ext uri="{FF2B5EF4-FFF2-40B4-BE49-F238E27FC236}">
                  <a16:creationId xmlns:a16="http://schemas.microsoft.com/office/drawing/2014/main" id="{FAD95CF2-23A8-41FB-AFF9-7E6F4C913785}"/>
                </a:ext>
              </a:extLst>
            </p:cNvPr>
            <p:cNvSpPr txBox="1"/>
            <p:nvPr/>
          </p:nvSpPr>
          <p:spPr>
            <a:xfrm rot="10800000">
              <a:off x="9690653" y="1868326"/>
              <a:ext cx="3975653" cy="74890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2769" dirty="0">
                  <a:solidFill>
                    <a:schemeClr val="bg1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الأول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0609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63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85185E-6 L 0.25 1.85185E-6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50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35" presetClass="path" presetSubtype="0" accel="50000" fill="hold" nodeType="click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 p14:bounceEnd="15000">
                                          <p:cBhvr>
                                            <p:cTn id="14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63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85185E-6 L 0.25 1.85185E-6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50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35" presetClass="path" presetSubtype="0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4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ZoneTexte 37">
            <a:extLst>
              <a:ext uri="{FF2B5EF4-FFF2-40B4-BE49-F238E27FC236}">
                <a16:creationId xmlns:a16="http://schemas.microsoft.com/office/drawing/2014/main" id="{0243C978-140F-4AB4-A3B3-0641AF7B59A0}"/>
              </a:ext>
            </a:extLst>
          </p:cNvPr>
          <p:cNvSpPr txBox="1"/>
          <p:nvPr/>
        </p:nvSpPr>
        <p:spPr>
          <a:xfrm>
            <a:off x="707678" y="1203633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A7194B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A7194B"/>
              </a:solidFill>
              <a:cs typeface="+mj-cs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C9147EE-F6F0-43D3-A8C2-156D50777297}"/>
              </a:ext>
            </a:extLst>
          </p:cNvPr>
          <p:cNvSpPr txBox="1"/>
          <p:nvPr/>
        </p:nvSpPr>
        <p:spPr>
          <a:xfrm>
            <a:off x="3010048" y="1208324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8601B0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8601B0"/>
              </a:solidFill>
              <a:cs typeface="+mj-cs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F5236BF-CA78-43C0-BC66-824BA2278E36}"/>
              </a:ext>
            </a:extLst>
          </p:cNvPr>
          <p:cNvSpPr txBox="1"/>
          <p:nvPr/>
        </p:nvSpPr>
        <p:spPr>
          <a:xfrm>
            <a:off x="5312418" y="1208683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3D01A5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3D01A5"/>
              </a:solidFill>
              <a:cs typeface="+mj-cs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76DDAED-C522-49A8-A901-B7F5D4953368}"/>
              </a:ext>
            </a:extLst>
          </p:cNvPr>
          <p:cNvSpPr txBox="1"/>
          <p:nvPr/>
        </p:nvSpPr>
        <p:spPr>
          <a:xfrm>
            <a:off x="7619090" y="1203633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38621C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38621C"/>
              </a:solidFill>
              <a:cs typeface="+mj-cs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3CBF04F-E1FD-4764-A17C-E60788B075D3}"/>
              </a:ext>
            </a:extLst>
          </p:cNvPr>
          <p:cNvSpPr txBox="1"/>
          <p:nvPr/>
        </p:nvSpPr>
        <p:spPr>
          <a:xfrm>
            <a:off x="9911222" y="1214912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E14601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E14601"/>
              </a:solidFill>
              <a:cs typeface="+mj-cs"/>
            </a:endParaRPr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DCF8D1B1-B2A3-41E8-8546-CF329CABD7E7}"/>
              </a:ext>
            </a:extLst>
          </p:cNvPr>
          <p:cNvGrpSpPr/>
          <p:nvPr/>
        </p:nvGrpSpPr>
        <p:grpSpPr>
          <a:xfrm>
            <a:off x="400648" y="2338388"/>
            <a:ext cx="2181225" cy="2308622"/>
            <a:chOff x="400648" y="2338388"/>
            <a:chExt cx="2181225" cy="2308622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4399DA89-924B-4677-83D1-DCA3ABE52214}"/>
                </a:ext>
              </a:extLst>
            </p:cNvPr>
            <p:cNvSpPr/>
            <p:nvPr/>
          </p:nvSpPr>
          <p:spPr>
            <a:xfrm>
              <a:off x="642938" y="4392216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787A278B-C954-467D-B1F5-70368B27679F}"/>
                </a:ext>
              </a:extLst>
            </p:cNvPr>
            <p:cNvSpPr/>
            <p:nvPr/>
          </p:nvSpPr>
          <p:spPr>
            <a:xfrm>
              <a:off x="400648" y="2338388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08223A2A-494E-46CB-B93A-8A63CF2DAD2C}"/>
                </a:ext>
              </a:extLst>
            </p:cNvPr>
            <p:cNvSpPr/>
            <p:nvPr/>
          </p:nvSpPr>
          <p:spPr>
            <a:xfrm>
              <a:off x="1367111" y="2338388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A7194B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6E5BDAA3-5745-4014-8672-3A24E5DFC0B9}"/>
                </a:ext>
              </a:extLst>
            </p:cNvPr>
            <p:cNvSpPr txBox="1"/>
            <p:nvPr/>
          </p:nvSpPr>
          <p:spPr>
            <a:xfrm>
              <a:off x="510184" y="3648880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A7194B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A7194B"/>
                </a:solidFill>
                <a:cs typeface="+mj-cs"/>
              </a:endParaRPr>
            </a:p>
          </p:txBody>
        </p:sp>
        <p:pic>
          <p:nvPicPr>
            <p:cNvPr id="52" name="Graphique 51" descr="Chronomètre">
              <a:extLst>
                <a:ext uri="{FF2B5EF4-FFF2-40B4-BE49-F238E27FC236}">
                  <a16:creationId xmlns:a16="http://schemas.microsoft.com/office/drawing/2014/main" id="{B768C1B1-8D4B-4FE9-851A-1F845CE60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538" y="2617635"/>
              <a:ext cx="720000" cy="72000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4E8E16B8-58E0-4EEF-91DF-864D7285E5BD}"/>
                </a:ext>
              </a:extLst>
            </p:cNvPr>
            <p:cNvSpPr txBox="1"/>
            <p:nvPr/>
          </p:nvSpPr>
          <p:spPr>
            <a:xfrm>
              <a:off x="1998903" y="3300532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01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0C885A85-3068-4E9A-887F-5081F389B822}"/>
              </a:ext>
            </a:extLst>
          </p:cNvPr>
          <p:cNvGrpSpPr/>
          <p:nvPr/>
        </p:nvGrpSpPr>
        <p:grpSpPr>
          <a:xfrm>
            <a:off x="2703018" y="2338388"/>
            <a:ext cx="2181225" cy="2308622"/>
            <a:chOff x="2703018" y="2338388"/>
            <a:chExt cx="2181225" cy="2308622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805C3FF-F2ED-4538-BD47-78964B39F7AB}"/>
                </a:ext>
              </a:extLst>
            </p:cNvPr>
            <p:cNvSpPr/>
            <p:nvPr/>
          </p:nvSpPr>
          <p:spPr>
            <a:xfrm>
              <a:off x="2945308" y="4392216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CC04393-45C4-4E22-B0D3-F934D02586F4}"/>
                </a:ext>
              </a:extLst>
            </p:cNvPr>
            <p:cNvSpPr/>
            <p:nvPr/>
          </p:nvSpPr>
          <p:spPr>
            <a:xfrm>
              <a:off x="2703018" y="2338388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MA" dirty="0"/>
                <a:t>ابة</a:t>
              </a:r>
              <a:endParaRPr lang="fr-FR" dirty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A286733C-B8B6-41C5-B8EB-A8BBB0D32B41}"/>
                </a:ext>
              </a:extLst>
            </p:cNvPr>
            <p:cNvSpPr/>
            <p:nvPr/>
          </p:nvSpPr>
          <p:spPr>
            <a:xfrm>
              <a:off x="3669481" y="2338388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8601B0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FEFD2840-C07D-47D5-8EF4-40B0F55C32C6}"/>
                </a:ext>
              </a:extLst>
            </p:cNvPr>
            <p:cNvSpPr txBox="1"/>
            <p:nvPr/>
          </p:nvSpPr>
          <p:spPr>
            <a:xfrm>
              <a:off x="2812554" y="3648880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8601B0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8601B0"/>
                </a:solidFill>
                <a:cs typeface="+mj-cs"/>
              </a:endParaRPr>
            </a:p>
          </p:txBody>
        </p:sp>
        <p:pic>
          <p:nvPicPr>
            <p:cNvPr id="50" name="Graphique 49" descr="Cible">
              <a:extLst>
                <a:ext uri="{FF2B5EF4-FFF2-40B4-BE49-F238E27FC236}">
                  <a16:creationId xmlns:a16="http://schemas.microsoft.com/office/drawing/2014/main" id="{3C26BD80-5940-4DB1-9447-1EE3E3064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22737" y="2618486"/>
              <a:ext cx="720000" cy="720000"/>
            </a:xfrm>
            <a:prstGeom prst="rect">
              <a:avLst/>
            </a:prstGeom>
          </p:spPr>
        </p:pic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CE4B315E-CD9B-4A3D-9319-25D1EF32A382}"/>
                </a:ext>
              </a:extLst>
            </p:cNvPr>
            <p:cNvSpPr txBox="1"/>
            <p:nvPr/>
          </p:nvSpPr>
          <p:spPr>
            <a:xfrm>
              <a:off x="4299032" y="3300534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02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6D9A2198-AA3E-46C5-A07C-C0B6B8BBF6A8}"/>
              </a:ext>
            </a:extLst>
          </p:cNvPr>
          <p:cNvGrpSpPr/>
          <p:nvPr/>
        </p:nvGrpSpPr>
        <p:grpSpPr>
          <a:xfrm>
            <a:off x="5005388" y="2338388"/>
            <a:ext cx="2181225" cy="2308622"/>
            <a:chOff x="5005388" y="2338388"/>
            <a:chExt cx="2181225" cy="2308622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081156B-65C0-4194-93E2-6856F95A3AEA}"/>
                </a:ext>
              </a:extLst>
            </p:cNvPr>
            <p:cNvSpPr/>
            <p:nvPr/>
          </p:nvSpPr>
          <p:spPr>
            <a:xfrm>
              <a:off x="5247678" y="4392216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EE72F52-C643-4DAF-9EBE-7F3C0BC84AE5}"/>
                </a:ext>
              </a:extLst>
            </p:cNvPr>
            <p:cNvSpPr/>
            <p:nvPr/>
          </p:nvSpPr>
          <p:spPr>
            <a:xfrm>
              <a:off x="5005388" y="2338388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ADFAC5D7-E951-4A3E-864E-2CF46EAB4A41}"/>
                </a:ext>
              </a:extLst>
            </p:cNvPr>
            <p:cNvSpPr/>
            <p:nvPr/>
          </p:nvSpPr>
          <p:spPr>
            <a:xfrm>
              <a:off x="5971851" y="2338388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3D01A5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2019A193-1B0F-47FE-8DA8-D9291FDB5B96}"/>
                </a:ext>
              </a:extLst>
            </p:cNvPr>
            <p:cNvSpPr txBox="1"/>
            <p:nvPr/>
          </p:nvSpPr>
          <p:spPr>
            <a:xfrm>
              <a:off x="5114924" y="3648880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3D01A5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3D01A5"/>
                </a:solidFill>
                <a:cs typeface="+mj-cs"/>
              </a:endParaRPr>
            </a:p>
          </p:txBody>
        </p:sp>
        <p:pic>
          <p:nvPicPr>
            <p:cNvPr id="44" name="Graphique 43" descr="Graphique à barres avec tendance à la hausse">
              <a:extLst>
                <a:ext uri="{FF2B5EF4-FFF2-40B4-BE49-F238E27FC236}">
                  <a16:creationId xmlns:a16="http://schemas.microsoft.com/office/drawing/2014/main" id="{83E33B2D-6CB0-4F9C-BD07-B5CED67A5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51278" y="2617635"/>
              <a:ext cx="720000" cy="720000"/>
            </a:xfrm>
            <a:prstGeom prst="rect">
              <a:avLst/>
            </a:prstGeom>
          </p:spPr>
        </p:pic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86263644-1A94-4DBC-B40D-07EF0C663A41}"/>
                </a:ext>
              </a:extLst>
            </p:cNvPr>
            <p:cNvSpPr txBox="1"/>
            <p:nvPr/>
          </p:nvSpPr>
          <p:spPr>
            <a:xfrm>
              <a:off x="6606757" y="3310418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03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BB2CF755-0F62-4B2B-BCC4-57B2492C5AAB}"/>
              </a:ext>
            </a:extLst>
          </p:cNvPr>
          <p:cNvGrpSpPr/>
          <p:nvPr/>
        </p:nvGrpSpPr>
        <p:grpSpPr>
          <a:xfrm>
            <a:off x="7307757" y="2338387"/>
            <a:ext cx="2181225" cy="2308622"/>
            <a:chOff x="7307757" y="2338387"/>
            <a:chExt cx="2181225" cy="230862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F6801505-2CCC-4B7B-B1F4-FEEC03B6852C}"/>
                </a:ext>
              </a:extLst>
            </p:cNvPr>
            <p:cNvSpPr/>
            <p:nvPr/>
          </p:nvSpPr>
          <p:spPr>
            <a:xfrm>
              <a:off x="7550047" y="4392215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7CFC9E24-7924-4C09-9D13-7D6A4D302698}"/>
                </a:ext>
              </a:extLst>
            </p:cNvPr>
            <p:cNvSpPr/>
            <p:nvPr/>
          </p:nvSpPr>
          <p:spPr>
            <a:xfrm>
              <a:off x="7307757" y="2338387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DCD6499A-A930-4B84-A209-E31D432593C8}"/>
                </a:ext>
              </a:extLst>
            </p:cNvPr>
            <p:cNvSpPr/>
            <p:nvPr/>
          </p:nvSpPr>
          <p:spPr>
            <a:xfrm>
              <a:off x="8274220" y="2338387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38621C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A98DF013-ABAB-4CF4-9FED-12E80B0659A9}"/>
                </a:ext>
              </a:extLst>
            </p:cNvPr>
            <p:cNvSpPr txBox="1"/>
            <p:nvPr/>
          </p:nvSpPr>
          <p:spPr>
            <a:xfrm>
              <a:off x="7417296" y="3643476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38621C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38621C"/>
                </a:solidFill>
                <a:cs typeface="+mj-cs"/>
              </a:endParaRPr>
            </a:p>
          </p:txBody>
        </p:sp>
        <p:pic>
          <p:nvPicPr>
            <p:cNvPr id="46" name="Graphique 45" descr="Statistiques">
              <a:extLst>
                <a:ext uri="{FF2B5EF4-FFF2-40B4-BE49-F238E27FC236}">
                  <a16:creationId xmlns:a16="http://schemas.microsoft.com/office/drawing/2014/main" id="{BE1E2F49-5485-4C5D-AE66-4A5FA2C68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53647" y="2630932"/>
              <a:ext cx="720000" cy="720000"/>
            </a:xfrm>
            <a:prstGeom prst="rect">
              <a:avLst/>
            </a:prstGeom>
          </p:spPr>
        </p:pic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AC75281B-6407-41B4-BD8F-8D234094575D}"/>
                </a:ext>
              </a:extLst>
            </p:cNvPr>
            <p:cNvSpPr txBox="1"/>
            <p:nvPr/>
          </p:nvSpPr>
          <p:spPr>
            <a:xfrm>
              <a:off x="8903774" y="3301076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04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61897698-57D9-4EE2-9433-6FF011241715}"/>
              </a:ext>
            </a:extLst>
          </p:cNvPr>
          <p:cNvGrpSpPr/>
          <p:nvPr/>
        </p:nvGrpSpPr>
        <p:grpSpPr>
          <a:xfrm>
            <a:off x="9610127" y="2338387"/>
            <a:ext cx="2181225" cy="2308622"/>
            <a:chOff x="9610127" y="2338387"/>
            <a:chExt cx="2181225" cy="230862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5EC593E7-0668-4048-B5AF-195A216083E7}"/>
                </a:ext>
              </a:extLst>
            </p:cNvPr>
            <p:cNvSpPr/>
            <p:nvPr/>
          </p:nvSpPr>
          <p:spPr>
            <a:xfrm>
              <a:off x="9852417" y="4392215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B3BBCED-94C6-47B5-A2DA-62D6B87F2A25}"/>
                </a:ext>
              </a:extLst>
            </p:cNvPr>
            <p:cNvSpPr/>
            <p:nvPr/>
          </p:nvSpPr>
          <p:spPr>
            <a:xfrm>
              <a:off x="9610127" y="2338387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913D42F7-1F03-4831-AC2E-CB72D6BD3FE6}"/>
                </a:ext>
              </a:extLst>
            </p:cNvPr>
            <p:cNvSpPr/>
            <p:nvPr/>
          </p:nvSpPr>
          <p:spPr>
            <a:xfrm>
              <a:off x="10576590" y="2338387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E14601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03B05555-09C3-4818-A314-032E23F787FE}"/>
                </a:ext>
              </a:extLst>
            </p:cNvPr>
            <p:cNvSpPr txBox="1"/>
            <p:nvPr/>
          </p:nvSpPr>
          <p:spPr>
            <a:xfrm>
              <a:off x="9719668" y="3638072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E14601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E14601"/>
                </a:solidFill>
                <a:cs typeface="+mj-cs"/>
              </a:endParaRPr>
            </a:p>
          </p:txBody>
        </p:sp>
        <p:pic>
          <p:nvPicPr>
            <p:cNvPr id="48" name="Graphique 47" descr="Mille">
              <a:extLst>
                <a:ext uri="{FF2B5EF4-FFF2-40B4-BE49-F238E27FC236}">
                  <a16:creationId xmlns:a16="http://schemas.microsoft.com/office/drawing/2014/main" id="{D23144D2-4849-4337-A05A-B434E1EDD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216588" y="2608988"/>
              <a:ext cx="720000" cy="720000"/>
            </a:xfrm>
            <a:prstGeom prst="rect">
              <a:avLst/>
            </a:prstGeom>
          </p:spPr>
        </p:pic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BE30C9D2-B0E9-4B2B-8DC7-8557F3C9D9D3}"/>
                </a:ext>
              </a:extLst>
            </p:cNvPr>
            <p:cNvSpPr txBox="1"/>
            <p:nvPr/>
          </p:nvSpPr>
          <p:spPr>
            <a:xfrm>
              <a:off x="11212045" y="3300533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05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529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مجموعة 72">
            <a:extLst>
              <a:ext uri="{FF2B5EF4-FFF2-40B4-BE49-F238E27FC236}">
                <a16:creationId xmlns:a16="http://schemas.microsoft.com/office/drawing/2014/main" id="{0432A455-B575-4814-A516-389E7C939436}"/>
              </a:ext>
            </a:extLst>
          </p:cNvPr>
          <p:cNvGrpSpPr/>
          <p:nvPr/>
        </p:nvGrpSpPr>
        <p:grpSpPr>
          <a:xfrm>
            <a:off x="864344" y="885184"/>
            <a:ext cx="4677476" cy="1794999"/>
            <a:chOff x="864344" y="885184"/>
            <a:chExt cx="4677476" cy="1794999"/>
          </a:xfrm>
        </p:grpSpPr>
        <p:sp>
          <p:nvSpPr>
            <p:cNvPr id="32" name="شكل حر: شكل 31">
              <a:extLst>
                <a:ext uri="{FF2B5EF4-FFF2-40B4-BE49-F238E27FC236}">
                  <a16:creationId xmlns:a16="http://schemas.microsoft.com/office/drawing/2014/main" id="{BBDE2AA1-ACC2-4D1C-BD45-232163F418C3}"/>
                </a:ext>
              </a:extLst>
            </p:cNvPr>
            <p:cNvSpPr/>
            <p:nvPr/>
          </p:nvSpPr>
          <p:spPr>
            <a:xfrm flipH="1">
              <a:off x="3687905" y="1101239"/>
              <a:ext cx="1853915" cy="1578944"/>
            </a:xfrm>
            <a:custGeom>
              <a:avLst/>
              <a:gdLst>
                <a:gd name="connsiteX0" fmla="*/ 732294 w 1853915"/>
                <a:gd name="connsiteY0" fmla="*/ 0 h 1578944"/>
                <a:gd name="connsiteX1" fmla="*/ 0 w 1853915"/>
                <a:gd name="connsiteY1" fmla="*/ 681445 h 1578944"/>
                <a:gd name="connsiteX2" fmla="*/ 964471 w 1853915"/>
                <a:gd name="connsiteY2" fmla="*/ 1578944 h 1578944"/>
                <a:gd name="connsiteX3" fmla="*/ 964471 w 1853915"/>
                <a:gd name="connsiteY3" fmla="*/ 1203215 h 1578944"/>
                <a:gd name="connsiteX4" fmla="*/ 1853915 w 1853915"/>
                <a:gd name="connsiteY4" fmla="*/ 1203215 h 1578944"/>
                <a:gd name="connsiteX5" fmla="*/ 1784835 w 1853915"/>
                <a:gd name="connsiteY5" fmla="*/ 1059813 h 1578944"/>
                <a:gd name="connsiteX6" fmla="*/ 1137872 w 1853915"/>
                <a:gd name="connsiteY6" fmla="*/ 275120 h 1578944"/>
                <a:gd name="connsiteX7" fmla="*/ 983487 w 1853915"/>
                <a:gd name="connsiteY7" fmla="*/ 159674 h 1578944"/>
                <a:gd name="connsiteX8" fmla="*/ 964471 w 1853915"/>
                <a:gd name="connsiteY8" fmla="*/ 159674 h 1578944"/>
                <a:gd name="connsiteX9" fmla="*/ 964471 w 1853915"/>
                <a:gd name="connsiteY9" fmla="*/ 145454 h 1578944"/>
                <a:gd name="connsiteX10" fmla="*/ 933090 w 1853915"/>
                <a:gd name="connsiteY10" fmla="*/ 121988 h 1578944"/>
                <a:gd name="connsiteX11" fmla="*/ 732294 w 1853915"/>
                <a:gd name="connsiteY11" fmla="*/ 0 h 1578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3915" h="1578944">
                  <a:moveTo>
                    <a:pt x="732294" y="0"/>
                  </a:moveTo>
                  <a:lnTo>
                    <a:pt x="0" y="681445"/>
                  </a:lnTo>
                  <a:lnTo>
                    <a:pt x="964471" y="1578944"/>
                  </a:lnTo>
                  <a:lnTo>
                    <a:pt x="964471" y="1203215"/>
                  </a:lnTo>
                  <a:lnTo>
                    <a:pt x="1853915" y="1203215"/>
                  </a:lnTo>
                  <a:lnTo>
                    <a:pt x="1784835" y="1059813"/>
                  </a:lnTo>
                  <a:cubicBezTo>
                    <a:pt x="1621033" y="758282"/>
                    <a:pt x="1400624" y="491963"/>
                    <a:pt x="1137872" y="275120"/>
                  </a:cubicBezTo>
                  <a:lnTo>
                    <a:pt x="983487" y="159674"/>
                  </a:lnTo>
                  <a:lnTo>
                    <a:pt x="964471" y="159674"/>
                  </a:lnTo>
                  <a:lnTo>
                    <a:pt x="964471" y="145454"/>
                  </a:lnTo>
                  <a:lnTo>
                    <a:pt x="933090" y="121988"/>
                  </a:lnTo>
                  <a:lnTo>
                    <a:pt x="732294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25" name="شكل حر: شكل 24">
              <a:extLst>
                <a:ext uri="{FF2B5EF4-FFF2-40B4-BE49-F238E27FC236}">
                  <a16:creationId xmlns:a16="http://schemas.microsoft.com/office/drawing/2014/main" id="{678A48DD-1B85-4E7E-9707-2B650E40F74F}"/>
                </a:ext>
              </a:extLst>
            </p:cNvPr>
            <p:cNvSpPr/>
            <p:nvPr/>
          </p:nvSpPr>
          <p:spPr>
            <a:xfrm flipH="1">
              <a:off x="4577349" y="885184"/>
              <a:ext cx="232177" cy="361509"/>
            </a:xfrm>
            <a:custGeom>
              <a:avLst/>
              <a:gdLst>
                <a:gd name="connsiteX0" fmla="*/ 232177 w 232177"/>
                <a:gd name="connsiteY0" fmla="*/ 0 h 361509"/>
                <a:gd name="connsiteX1" fmla="*/ 0 w 232177"/>
                <a:gd name="connsiteY1" fmla="*/ 216055 h 361509"/>
                <a:gd name="connsiteX2" fmla="*/ 200796 w 232177"/>
                <a:gd name="connsiteY2" fmla="*/ 338043 h 361509"/>
                <a:gd name="connsiteX3" fmla="*/ 232177 w 232177"/>
                <a:gd name="connsiteY3" fmla="*/ 361509 h 361509"/>
                <a:gd name="connsiteX4" fmla="*/ 232177 w 232177"/>
                <a:gd name="connsiteY4" fmla="*/ 0 h 36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2177" h="361509">
                  <a:moveTo>
                    <a:pt x="232177" y="0"/>
                  </a:moveTo>
                  <a:lnTo>
                    <a:pt x="0" y="216055"/>
                  </a:lnTo>
                  <a:lnTo>
                    <a:pt x="200796" y="338043"/>
                  </a:lnTo>
                  <a:lnTo>
                    <a:pt x="232177" y="361509"/>
                  </a:lnTo>
                  <a:lnTo>
                    <a:pt x="232177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23" name="شكل حر: شكل 22">
              <a:extLst>
                <a:ext uri="{FF2B5EF4-FFF2-40B4-BE49-F238E27FC236}">
                  <a16:creationId xmlns:a16="http://schemas.microsoft.com/office/drawing/2014/main" id="{42ECD34F-480F-46E1-AC3D-A8DFCECEB170}"/>
                </a:ext>
              </a:extLst>
            </p:cNvPr>
            <p:cNvSpPr/>
            <p:nvPr/>
          </p:nvSpPr>
          <p:spPr>
            <a:xfrm flipH="1">
              <a:off x="4558332" y="1246693"/>
              <a:ext cx="19016" cy="14220"/>
            </a:xfrm>
            <a:custGeom>
              <a:avLst/>
              <a:gdLst>
                <a:gd name="connsiteX0" fmla="*/ 0 w 19016"/>
                <a:gd name="connsiteY0" fmla="*/ 0 h 14220"/>
                <a:gd name="connsiteX1" fmla="*/ 0 w 19016"/>
                <a:gd name="connsiteY1" fmla="*/ 14220 h 14220"/>
                <a:gd name="connsiteX2" fmla="*/ 19016 w 19016"/>
                <a:gd name="connsiteY2" fmla="*/ 14220 h 14220"/>
                <a:gd name="connsiteX3" fmla="*/ 0 w 19016"/>
                <a:gd name="connsiteY3" fmla="*/ 0 h 14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16" h="14220">
                  <a:moveTo>
                    <a:pt x="0" y="0"/>
                  </a:moveTo>
                  <a:lnTo>
                    <a:pt x="0" y="14220"/>
                  </a:lnTo>
                  <a:lnTo>
                    <a:pt x="19016" y="14220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21" name="شكل حر: شكل 20">
              <a:extLst>
                <a:ext uri="{FF2B5EF4-FFF2-40B4-BE49-F238E27FC236}">
                  <a16:creationId xmlns:a16="http://schemas.microsoft.com/office/drawing/2014/main" id="{D0BF1327-E386-460E-8497-ED41061D6CEA}"/>
                </a:ext>
              </a:extLst>
            </p:cNvPr>
            <p:cNvSpPr/>
            <p:nvPr/>
          </p:nvSpPr>
          <p:spPr>
            <a:xfrm flipH="1">
              <a:off x="1330038" y="1260913"/>
              <a:ext cx="3228295" cy="1043541"/>
            </a:xfrm>
            <a:custGeom>
              <a:avLst/>
              <a:gdLst>
                <a:gd name="connsiteX0" fmla="*/ 3228295 w 3228295"/>
                <a:gd name="connsiteY0" fmla="*/ 0 h 1043541"/>
                <a:gd name="connsiteX1" fmla="*/ 0 w 3228295"/>
                <a:gd name="connsiteY1" fmla="*/ 0 h 1043541"/>
                <a:gd name="connsiteX2" fmla="*/ 154385 w 3228295"/>
                <a:gd name="connsiteY2" fmla="*/ 115446 h 1043541"/>
                <a:gd name="connsiteX3" fmla="*/ 801348 w 3228295"/>
                <a:gd name="connsiteY3" fmla="*/ 900139 h 1043541"/>
                <a:gd name="connsiteX4" fmla="*/ 870428 w 3228295"/>
                <a:gd name="connsiteY4" fmla="*/ 1043541 h 1043541"/>
                <a:gd name="connsiteX5" fmla="*/ 3228295 w 3228295"/>
                <a:gd name="connsiteY5" fmla="*/ 1043541 h 1043541"/>
                <a:gd name="connsiteX6" fmla="*/ 3228295 w 3228295"/>
                <a:gd name="connsiteY6" fmla="*/ 0 h 104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8295" h="1043541">
                  <a:moveTo>
                    <a:pt x="3228295" y="0"/>
                  </a:moveTo>
                  <a:lnTo>
                    <a:pt x="0" y="0"/>
                  </a:lnTo>
                  <a:lnTo>
                    <a:pt x="154385" y="115446"/>
                  </a:lnTo>
                  <a:cubicBezTo>
                    <a:pt x="417137" y="332289"/>
                    <a:pt x="637546" y="598608"/>
                    <a:pt x="801348" y="900139"/>
                  </a:cubicBezTo>
                  <a:lnTo>
                    <a:pt x="870428" y="1043541"/>
                  </a:lnTo>
                  <a:lnTo>
                    <a:pt x="3228295" y="1043541"/>
                  </a:lnTo>
                  <a:lnTo>
                    <a:pt x="3228295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34" name="مستطيل: زاوية مطوية 33">
              <a:extLst>
                <a:ext uri="{FF2B5EF4-FFF2-40B4-BE49-F238E27FC236}">
                  <a16:creationId xmlns:a16="http://schemas.microsoft.com/office/drawing/2014/main" id="{658069ED-4F52-4A33-ADC7-9B46E6022CAA}"/>
                </a:ext>
              </a:extLst>
            </p:cNvPr>
            <p:cNvSpPr/>
            <p:nvPr/>
          </p:nvSpPr>
          <p:spPr>
            <a:xfrm flipH="1" flipV="1">
              <a:off x="864344" y="1258768"/>
              <a:ext cx="465691" cy="1049562"/>
            </a:xfrm>
            <a:prstGeom prst="foldedCorner">
              <a:avLst/>
            </a:prstGeom>
            <a:solidFill>
              <a:srgbClr val="CC0000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sp>
          <p:nvSpPr>
            <p:cNvPr id="46" name="مربع نص 45">
              <a:extLst>
                <a:ext uri="{FF2B5EF4-FFF2-40B4-BE49-F238E27FC236}">
                  <a16:creationId xmlns:a16="http://schemas.microsoft.com/office/drawing/2014/main" id="{B5C74EAC-65AB-4061-B957-3039B2AE3E77}"/>
                </a:ext>
              </a:extLst>
            </p:cNvPr>
            <p:cNvSpPr txBox="1"/>
            <p:nvPr/>
          </p:nvSpPr>
          <p:spPr>
            <a:xfrm>
              <a:off x="918961" y="1457372"/>
              <a:ext cx="35645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r-FR" sz="3600" b="1" dirty="0">
                  <a:solidFill>
                    <a:schemeClr val="bg1">
                      <a:lumMod val="95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6</a:t>
              </a:r>
              <a:endParaRPr lang="ar-MA" sz="3600" b="1" dirty="0">
                <a:solidFill>
                  <a:schemeClr val="bg1">
                    <a:lumMod val="95000"/>
                  </a:schemeClr>
                </a:solidFill>
                <a:latin typeface="29LT Bukra Bold Italic" panose="000B0903020204020204" pitchFamily="34" charset="-78"/>
                <a:cs typeface="29LT Bukra Bold Italic" panose="000B0903020204020204" pitchFamily="34" charset="-78"/>
              </a:endParaRPr>
            </a:p>
          </p:txBody>
        </p:sp>
        <p:pic>
          <p:nvPicPr>
            <p:cNvPr id="56" name="صورة 55">
              <a:extLst>
                <a:ext uri="{FF2B5EF4-FFF2-40B4-BE49-F238E27FC236}">
                  <a16:creationId xmlns:a16="http://schemas.microsoft.com/office/drawing/2014/main" id="{951BA9D2-0396-4062-8AF8-67D94E6ED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7348" y="1451438"/>
              <a:ext cx="609604" cy="609604"/>
            </a:xfrm>
            <a:prstGeom prst="rect">
              <a:avLst/>
            </a:prstGeom>
          </p:spPr>
        </p:pic>
        <p:sp>
          <p:nvSpPr>
            <p:cNvPr id="61" name="مربع نص 60">
              <a:extLst>
                <a:ext uri="{FF2B5EF4-FFF2-40B4-BE49-F238E27FC236}">
                  <a16:creationId xmlns:a16="http://schemas.microsoft.com/office/drawing/2014/main" id="{E0BA1326-C72C-472F-9899-F7A9DDE29EDD}"/>
                </a:ext>
              </a:extLst>
            </p:cNvPr>
            <p:cNvSpPr txBox="1"/>
            <p:nvPr/>
          </p:nvSpPr>
          <p:spPr>
            <a:xfrm>
              <a:off x="2714234" y="1297549"/>
              <a:ext cx="15208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1400" dirty="0">
                  <a:solidFill>
                    <a:srgbClr val="CC0000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الفرعي</a:t>
              </a:r>
            </a:p>
          </p:txBody>
        </p:sp>
        <p:sp>
          <p:nvSpPr>
            <p:cNvPr id="67" name="مربع نص 66">
              <a:extLst>
                <a:ext uri="{FF2B5EF4-FFF2-40B4-BE49-F238E27FC236}">
                  <a16:creationId xmlns:a16="http://schemas.microsoft.com/office/drawing/2014/main" id="{C6A1C12D-28A1-4514-868C-B4347C8B7C6C}"/>
                </a:ext>
              </a:extLst>
            </p:cNvPr>
            <p:cNvSpPr txBox="1"/>
            <p:nvPr/>
          </p:nvSpPr>
          <p:spPr>
            <a:xfrm>
              <a:off x="1610891" y="1704056"/>
              <a:ext cx="2277394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MA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نكتب وصف مختصر للعنوان</a:t>
              </a:r>
            </a:p>
          </p:txBody>
        </p:sp>
      </p:grpSp>
      <p:grpSp>
        <p:nvGrpSpPr>
          <p:cNvPr id="74" name="مجموعة 73">
            <a:extLst>
              <a:ext uri="{FF2B5EF4-FFF2-40B4-BE49-F238E27FC236}">
                <a16:creationId xmlns:a16="http://schemas.microsoft.com/office/drawing/2014/main" id="{3C8290ED-0AF2-4F3A-A0C5-6A440A082CFD}"/>
              </a:ext>
            </a:extLst>
          </p:cNvPr>
          <p:cNvGrpSpPr/>
          <p:nvPr/>
        </p:nvGrpSpPr>
        <p:grpSpPr>
          <a:xfrm>
            <a:off x="33072" y="2531500"/>
            <a:ext cx="4677474" cy="1794999"/>
            <a:chOff x="33072" y="2531500"/>
            <a:chExt cx="4677474" cy="1794999"/>
          </a:xfrm>
        </p:grpSpPr>
        <p:sp>
          <p:nvSpPr>
            <p:cNvPr id="30" name="شكل حر: شكل 29">
              <a:extLst>
                <a:ext uri="{FF2B5EF4-FFF2-40B4-BE49-F238E27FC236}">
                  <a16:creationId xmlns:a16="http://schemas.microsoft.com/office/drawing/2014/main" id="{CE8D6AFB-3C4D-4210-8B6A-526A77084036}"/>
                </a:ext>
              </a:extLst>
            </p:cNvPr>
            <p:cNvSpPr/>
            <p:nvPr/>
          </p:nvSpPr>
          <p:spPr>
            <a:xfrm flipH="1">
              <a:off x="3435929" y="2531500"/>
              <a:ext cx="1274617" cy="1794999"/>
            </a:xfrm>
            <a:custGeom>
              <a:avLst/>
              <a:gdLst>
                <a:gd name="connsiteX0" fmla="*/ 964471 w 1274617"/>
                <a:gd name="connsiteY0" fmla="*/ 0 h 1794999"/>
                <a:gd name="connsiteX1" fmla="*/ 0 w 1274617"/>
                <a:gd name="connsiteY1" fmla="*/ 897500 h 1794999"/>
                <a:gd name="connsiteX2" fmla="*/ 964471 w 1274617"/>
                <a:gd name="connsiteY2" fmla="*/ 1794999 h 1794999"/>
                <a:gd name="connsiteX3" fmla="*/ 964471 w 1274617"/>
                <a:gd name="connsiteY3" fmla="*/ 1419270 h 1794999"/>
                <a:gd name="connsiteX4" fmla="*/ 1222761 w 1274617"/>
                <a:gd name="connsiteY4" fmla="*/ 1419270 h 1794999"/>
                <a:gd name="connsiteX5" fmla="*/ 1260883 w 1274617"/>
                <a:gd name="connsiteY5" fmla="*/ 1169478 h 1794999"/>
                <a:gd name="connsiteX6" fmla="*/ 1274617 w 1274617"/>
                <a:gd name="connsiteY6" fmla="*/ 897501 h 1794999"/>
                <a:gd name="connsiteX7" fmla="*/ 1260883 w 1274617"/>
                <a:gd name="connsiteY7" fmla="*/ 625524 h 1794999"/>
                <a:gd name="connsiteX8" fmla="*/ 1222760 w 1274617"/>
                <a:gd name="connsiteY8" fmla="*/ 375729 h 1794999"/>
                <a:gd name="connsiteX9" fmla="*/ 964471 w 1274617"/>
                <a:gd name="connsiteY9" fmla="*/ 375729 h 1794999"/>
                <a:gd name="connsiteX10" fmla="*/ 964471 w 1274617"/>
                <a:gd name="connsiteY10" fmla="*/ 0 h 179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4617" h="1794999">
                  <a:moveTo>
                    <a:pt x="964471" y="0"/>
                  </a:moveTo>
                  <a:lnTo>
                    <a:pt x="0" y="897500"/>
                  </a:lnTo>
                  <a:lnTo>
                    <a:pt x="964471" y="1794999"/>
                  </a:lnTo>
                  <a:lnTo>
                    <a:pt x="964471" y="1419270"/>
                  </a:lnTo>
                  <a:lnTo>
                    <a:pt x="1222761" y="1419270"/>
                  </a:lnTo>
                  <a:lnTo>
                    <a:pt x="1260883" y="1169478"/>
                  </a:lnTo>
                  <a:cubicBezTo>
                    <a:pt x="1269965" y="1080054"/>
                    <a:pt x="1274617" y="989321"/>
                    <a:pt x="1274617" y="897501"/>
                  </a:cubicBezTo>
                  <a:cubicBezTo>
                    <a:pt x="1274617" y="805681"/>
                    <a:pt x="1269965" y="714948"/>
                    <a:pt x="1260883" y="625524"/>
                  </a:cubicBezTo>
                  <a:lnTo>
                    <a:pt x="1222760" y="375729"/>
                  </a:lnTo>
                  <a:lnTo>
                    <a:pt x="964471" y="375729"/>
                  </a:lnTo>
                  <a:lnTo>
                    <a:pt x="964471" y="0"/>
                  </a:lnTo>
                  <a:close/>
                </a:path>
              </a:pathLst>
            </a:custGeom>
            <a:solidFill>
              <a:srgbClr val="006699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19" name="شكل حر: شكل 18">
              <a:extLst>
                <a:ext uri="{FF2B5EF4-FFF2-40B4-BE49-F238E27FC236}">
                  <a16:creationId xmlns:a16="http://schemas.microsoft.com/office/drawing/2014/main" id="{31BD1ED1-C317-4B72-95B5-6C787B4506BF}"/>
                </a:ext>
              </a:extLst>
            </p:cNvPr>
            <p:cNvSpPr/>
            <p:nvPr/>
          </p:nvSpPr>
          <p:spPr>
            <a:xfrm flipH="1">
              <a:off x="498763" y="2907229"/>
              <a:ext cx="2989022" cy="1043541"/>
            </a:xfrm>
            <a:custGeom>
              <a:avLst/>
              <a:gdLst>
                <a:gd name="connsiteX0" fmla="*/ 2989022 w 2989022"/>
                <a:gd name="connsiteY0" fmla="*/ 0 h 1043541"/>
                <a:gd name="connsiteX1" fmla="*/ 0 w 2989022"/>
                <a:gd name="connsiteY1" fmla="*/ 0 h 1043541"/>
                <a:gd name="connsiteX2" fmla="*/ 38123 w 2989022"/>
                <a:gd name="connsiteY2" fmla="*/ 249795 h 1043541"/>
                <a:gd name="connsiteX3" fmla="*/ 51857 w 2989022"/>
                <a:gd name="connsiteY3" fmla="*/ 521772 h 1043541"/>
                <a:gd name="connsiteX4" fmla="*/ 38123 w 2989022"/>
                <a:gd name="connsiteY4" fmla="*/ 793749 h 1043541"/>
                <a:gd name="connsiteX5" fmla="*/ 1 w 2989022"/>
                <a:gd name="connsiteY5" fmla="*/ 1043541 h 1043541"/>
                <a:gd name="connsiteX6" fmla="*/ 2989022 w 2989022"/>
                <a:gd name="connsiteY6" fmla="*/ 1043541 h 1043541"/>
                <a:gd name="connsiteX7" fmla="*/ 2989022 w 2989022"/>
                <a:gd name="connsiteY7" fmla="*/ 0 h 104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89022" h="1043541">
                  <a:moveTo>
                    <a:pt x="2989022" y="0"/>
                  </a:moveTo>
                  <a:lnTo>
                    <a:pt x="0" y="0"/>
                  </a:lnTo>
                  <a:lnTo>
                    <a:pt x="38123" y="249795"/>
                  </a:lnTo>
                  <a:cubicBezTo>
                    <a:pt x="47205" y="339219"/>
                    <a:pt x="51857" y="429952"/>
                    <a:pt x="51857" y="521772"/>
                  </a:cubicBezTo>
                  <a:cubicBezTo>
                    <a:pt x="51857" y="613592"/>
                    <a:pt x="47205" y="704325"/>
                    <a:pt x="38123" y="793749"/>
                  </a:cubicBezTo>
                  <a:lnTo>
                    <a:pt x="1" y="1043541"/>
                  </a:lnTo>
                  <a:lnTo>
                    <a:pt x="2989022" y="1043541"/>
                  </a:lnTo>
                  <a:lnTo>
                    <a:pt x="298902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35" name="مستطيل: زاوية مطوية 34">
              <a:extLst>
                <a:ext uri="{FF2B5EF4-FFF2-40B4-BE49-F238E27FC236}">
                  <a16:creationId xmlns:a16="http://schemas.microsoft.com/office/drawing/2014/main" id="{1CA60E85-AECA-4779-BA9E-A470726E7093}"/>
                </a:ext>
              </a:extLst>
            </p:cNvPr>
            <p:cNvSpPr/>
            <p:nvPr/>
          </p:nvSpPr>
          <p:spPr>
            <a:xfrm flipH="1" flipV="1">
              <a:off x="33072" y="2899064"/>
              <a:ext cx="465691" cy="1049562"/>
            </a:xfrm>
            <a:prstGeom prst="foldedCorner">
              <a:avLst/>
            </a:prstGeom>
            <a:solidFill>
              <a:srgbClr val="006699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sp>
          <p:nvSpPr>
            <p:cNvPr id="45" name="مربع نص 44">
              <a:extLst>
                <a:ext uri="{FF2B5EF4-FFF2-40B4-BE49-F238E27FC236}">
                  <a16:creationId xmlns:a16="http://schemas.microsoft.com/office/drawing/2014/main" id="{8A636944-539E-47BA-89A0-DCCCF11A8F18}"/>
                </a:ext>
              </a:extLst>
            </p:cNvPr>
            <p:cNvSpPr txBox="1"/>
            <p:nvPr/>
          </p:nvSpPr>
          <p:spPr>
            <a:xfrm>
              <a:off x="114999" y="3100678"/>
              <a:ext cx="35645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r-FR" sz="3600" b="1" dirty="0">
                  <a:solidFill>
                    <a:schemeClr val="bg1">
                      <a:lumMod val="95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5</a:t>
              </a:r>
              <a:endParaRPr lang="ar-MA" sz="3600" b="1" dirty="0">
                <a:solidFill>
                  <a:schemeClr val="bg1">
                    <a:lumMod val="95000"/>
                  </a:schemeClr>
                </a:solidFill>
                <a:latin typeface="29LT Bukra Bold Italic" panose="000B0903020204020204" pitchFamily="34" charset="-78"/>
                <a:cs typeface="29LT Bukra Bold Italic" panose="000B0903020204020204" pitchFamily="34" charset="-78"/>
              </a:endParaRPr>
            </a:p>
          </p:txBody>
        </p:sp>
        <p:pic>
          <p:nvPicPr>
            <p:cNvPr id="48" name="صورة 47">
              <a:extLst>
                <a:ext uri="{FF2B5EF4-FFF2-40B4-BE49-F238E27FC236}">
                  <a16:creationId xmlns:a16="http://schemas.microsoft.com/office/drawing/2014/main" id="{004A2118-AD31-42F4-B071-7B69A0877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736585" y="3230096"/>
              <a:ext cx="462464" cy="387494"/>
            </a:xfrm>
            <a:prstGeom prst="rect">
              <a:avLst/>
            </a:prstGeom>
          </p:spPr>
        </p:pic>
        <p:sp>
          <p:nvSpPr>
            <p:cNvPr id="62" name="مربع نص 61">
              <a:extLst>
                <a:ext uri="{FF2B5EF4-FFF2-40B4-BE49-F238E27FC236}">
                  <a16:creationId xmlns:a16="http://schemas.microsoft.com/office/drawing/2014/main" id="{9A1B5BF1-E558-4A8F-B097-77A9CFE8CE6A}"/>
                </a:ext>
              </a:extLst>
            </p:cNvPr>
            <p:cNvSpPr txBox="1"/>
            <p:nvPr/>
          </p:nvSpPr>
          <p:spPr>
            <a:xfrm>
              <a:off x="2003564" y="2942412"/>
              <a:ext cx="15208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1400" dirty="0">
                  <a:solidFill>
                    <a:srgbClr val="006699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الفرعي</a:t>
              </a:r>
            </a:p>
          </p:txBody>
        </p:sp>
        <p:sp>
          <p:nvSpPr>
            <p:cNvPr id="68" name="مربع نص 67">
              <a:extLst>
                <a:ext uri="{FF2B5EF4-FFF2-40B4-BE49-F238E27FC236}">
                  <a16:creationId xmlns:a16="http://schemas.microsoft.com/office/drawing/2014/main" id="{09AE47CF-25EE-4F04-8446-A25151947810}"/>
                </a:ext>
              </a:extLst>
            </p:cNvPr>
            <p:cNvSpPr txBox="1"/>
            <p:nvPr/>
          </p:nvSpPr>
          <p:spPr>
            <a:xfrm>
              <a:off x="1085825" y="3299554"/>
              <a:ext cx="2277394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MA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نكتب وصف مختصر للعنوان</a:t>
              </a:r>
            </a:p>
          </p:txBody>
        </p:sp>
      </p:grpSp>
      <p:grpSp>
        <p:nvGrpSpPr>
          <p:cNvPr id="75" name="مجموعة 74">
            <a:extLst>
              <a:ext uri="{FF2B5EF4-FFF2-40B4-BE49-F238E27FC236}">
                <a16:creationId xmlns:a16="http://schemas.microsoft.com/office/drawing/2014/main" id="{3B53A232-820D-44FF-8427-A75610BF7F3B}"/>
              </a:ext>
            </a:extLst>
          </p:cNvPr>
          <p:cNvGrpSpPr/>
          <p:nvPr/>
        </p:nvGrpSpPr>
        <p:grpSpPr>
          <a:xfrm>
            <a:off x="844183" y="4182106"/>
            <a:ext cx="4697636" cy="1794999"/>
            <a:chOff x="844183" y="4182106"/>
            <a:chExt cx="4697636" cy="1794999"/>
          </a:xfrm>
        </p:grpSpPr>
        <p:sp>
          <p:nvSpPr>
            <p:cNvPr id="28" name="شكل حر: شكل 27">
              <a:extLst>
                <a:ext uri="{FF2B5EF4-FFF2-40B4-BE49-F238E27FC236}">
                  <a16:creationId xmlns:a16="http://schemas.microsoft.com/office/drawing/2014/main" id="{8550B926-9C5A-4916-B12F-F7ED1D7BCD7D}"/>
                </a:ext>
              </a:extLst>
            </p:cNvPr>
            <p:cNvSpPr/>
            <p:nvPr/>
          </p:nvSpPr>
          <p:spPr>
            <a:xfrm flipH="1">
              <a:off x="3689969" y="4182106"/>
              <a:ext cx="1851850" cy="1576350"/>
            </a:xfrm>
            <a:custGeom>
              <a:avLst/>
              <a:gdLst>
                <a:gd name="connsiteX0" fmla="*/ 964471 w 1851850"/>
                <a:gd name="connsiteY0" fmla="*/ 0 h 1576350"/>
                <a:gd name="connsiteX1" fmla="*/ 0 w 1851850"/>
                <a:gd name="connsiteY1" fmla="*/ 897500 h 1576350"/>
                <a:gd name="connsiteX2" fmla="*/ 729507 w 1851850"/>
                <a:gd name="connsiteY2" fmla="*/ 1576350 h 1576350"/>
                <a:gd name="connsiteX3" fmla="*/ 933090 w 1851850"/>
                <a:gd name="connsiteY3" fmla="*/ 1452669 h 1576350"/>
                <a:gd name="connsiteX4" fmla="*/ 964471 w 1851850"/>
                <a:gd name="connsiteY4" fmla="*/ 1429203 h 1576350"/>
                <a:gd name="connsiteX5" fmla="*/ 964471 w 1851850"/>
                <a:gd name="connsiteY5" fmla="*/ 1419270 h 1576350"/>
                <a:gd name="connsiteX6" fmla="*/ 977754 w 1851850"/>
                <a:gd name="connsiteY6" fmla="*/ 1419270 h 1576350"/>
                <a:gd name="connsiteX7" fmla="*/ 1137872 w 1851850"/>
                <a:gd name="connsiteY7" fmla="*/ 1299537 h 1576350"/>
                <a:gd name="connsiteX8" fmla="*/ 1784835 w 1851850"/>
                <a:gd name="connsiteY8" fmla="*/ 514844 h 1576350"/>
                <a:gd name="connsiteX9" fmla="*/ 1851850 w 1851850"/>
                <a:gd name="connsiteY9" fmla="*/ 375729 h 1576350"/>
                <a:gd name="connsiteX10" fmla="*/ 964471 w 1851850"/>
                <a:gd name="connsiteY10" fmla="*/ 375729 h 1576350"/>
                <a:gd name="connsiteX11" fmla="*/ 964471 w 1851850"/>
                <a:gd name="connsiteY11" fmla="*/ 0 h 15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1850" h="1576350">
                  <a:moveTo>
                    <a:pt x="964471" y="0"/>
                  </a:moveTo>
                  <a:lnTo>
                    <a:pt x="0" y="897500"/>
                  </a:lnTo>
                  <a:lnTo>
                    <a:pt x="729507" y="1576350"/>
                  </a:lnTo>
                  <a:lnTo>
                    <a:pt x="933090" y="1452669"/>
                  </a:lnTo>
                  <a:lnTo>
                    <a:pt x="964471" y="1429203"/>
                  </a:lnTo>
                  <a:lnTo>
                    <a:pt x="964471" y="1419270"/>
                  </a:lnTo>
                  <a:lnTo>
                    <a:pt x="977754" y="1419270"/>
                  </a:lnTo>
                  <a:lnTo>
                    <a:pt x="1137872" y="1299537"/>
                  </a:lnTo>
                  <a:cubicBezTo>
                    <a:pt x="1400624" y="1082694"/>
                    <a:pt x="1621033" y="816376"/>
                    <a:pt x="1784835" y="514844"/>
                  </a:cubicBezTo>
                  <a:lnTo>
                    <a:pt x="1851850" y="375729"/>
                  </a:lnTo>
                  <a:lnTo>
                    <a:pt x="964471" y="375729"/>
                  </a:lnTo>
                  <a:lnTo>
                    <a:pt x="964471" y="0"/>
                  </a:lnTo>
                  <a:close/>
                </a:path>
              </a:pathLst>
            </a:custGeom>
            <a:solidFill>
              <a:srgbClr val="CC00CC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17" name="شكل حر: شكل 16">
              <a:extLst>
                <a:ext uri="{FF2B5EF4-FFF2-40B4-BE49-F238E27FC236}">
                  <a16:creationId xmlns:a16="http://schemas.microsoft.com/office/drawing/2014/main" id="{2660FAD9-8CAF-4632-9538-EFC8ED9C6EBB}"/>
                </a:ext>
              </a:extLst>
            </p:cNvPr>
            <p:cNvSpPr/>
            <p:nvPr/>
          </p:nvSpPr>
          <p:spPr>
            <a:xfrm flipH="1">
              <a:off x="1330037" y="4557835"/>
              <a:ext cx="3234028" cy="1043541"/>
            </a:xfrm>
            <a:custGeom>
              <a:avLst/>
              <a:gdLst>
                <a:gd name="connsiteX0" fmla="*/ 3234028 w 3234028"/>
                <a:gd name="connsiteY0" fmla="*/ 0 h 1043541"/>
                <a:gd name="connsiteX1" fmla="*/ 874096 w 3234028"/>
                <a:gd name="connsiteY1" fmla="*/ 0 h 1043541"/>
                <a:gd name="connsiteX2" fmla="*/ 807081 w 3234028"/>
                <a:gd name="connsiteY2" fmla="*/ 139115 h 1043541"/>
                <a:gd name="connsiteX3" fmla="*/ 160118 w 3234028"/>
                <a:gd name="connsiteY3" fmla="*/ 923808 h 1043541"/>
                <a:gd name="connsiteX4" fmla="*/ 0 w 3234028"/>
                <a:gd name="connsiteY4" fmla="*/ 1043541 h 1043541"/>
                <a:gd name="connsiteX5" fmla="*/ 3234028 w 3234028"/>
                <a:gd name="connsiteY5" fmla="*/ 1043541 h 1043541"/>
                <a:gd name="connsiteX6" fmla="*/ 3234028 w 3234028"/>
                <a:gd name="connsiteY6" fmla="*/ 0 h 104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4028" h="1043541">
                  <a:moveTo>
                    <a:pt x="3234028" y="0"/>
                  </a:moveTo>
                  <a:lnTo>
                    <a:pt x="874096" y="0"/>
                  </a:lnTo>
                  <a:lnTo>
                    <a:pt x="807081" y="139115"/>
                  </a:lnTo>
                  <a:cubicBezTo>
                    <a:pt x="643279" y="440647"/>
                    <a:pt x="422870" y="706965"/>
                    <a:pt x="160118" y="923808"/>
                  </a:cubicBezTo>
                  <a:lnTo>
                    <a:pt x="0" y="1043541"/>
                  </a:lnTo>
                  <a:lnTo>
                    <a:pt x="3234028" y="1043541"/>
                  </a:lnTo>
                  <a:lnTo>
                    <a:pt x="3234028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15" name="شكل حر: شكل 14">
              <a:extLst>
                <a:ext uri="{FF2B5EF4-FFF2-40B4-BE49-F238E27FC236}">
                  <a16:creationId xmlns:a16="http://schemas.microsoft.com/office/drawing/2014/main" id="{FC6D2D4E-2F17-41AE-9460-4C653AE19717}"/>
                </a:ext>
              </a:extLst>
            </p:cNvPr>
            <p:cNvSpPr/>
            <p:nvPr/>
          </p:nvSpPr>
          <p:spPr>
            <a:xfrm flipH="1">
              <a:off x="4564066" y="5601376"/>
              <a:ext cx="13283" cy="9933"/>
            </a:xfrm>
            <a:custGeom>
              <a:avLst/>
              <a:gdLst>
                <a:gd name="connsiteX0" fmla="*/ 13283 w 13283"/>
                <a:gd name="connsiteY0" fmla="*/ 0 h 9933"/>
                <a:gd name="connsiteX1" fmla="*/ 0 w 13283"/>
                <a:gd name="connsiteY1" fmla="*/ 0 h 9933"/>
                <a:gd name="connsiteX2" fmla="*/ 0 w 13283"/>
                <a:gd name="connsiteY2" fmla="*/ 9933 h 9933"/>
                <a:gd name="connsiteX3" fmla="*/ 13283 w 13283"/>
                <a:gd name="connsiteY3" fmla="*/ 0 h 9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83" h="9933">
                  <a:moveTo>
                    <a:pt x="13283" y="0"/>
                  </a:moveTo>
                  <a:lnTo>
                    <a:pt x="0" y="0"/>
                  </a:lnTo>
                  <a:lnTo>
                    <a:pt x="0" y="9933"/>
                  </a:lnTo>
                  <a:lnTo>
                    <a:pt x="1328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14" name="شكل حر: شكل 13">
              <a:extLst>
                <a:ext uri="{FF2B5EF4-FFF2-40B4-BE49-F238E27FC236}">
                  <a16:creationId xmlns:a16="http://schemas.microsoft.com/office/drawing/2014/main" id="{56907B65-8EED-40D8-86D2-58EF9C09A580}"/>
                </a:ext>
              </a:extLst>
            </p:cNvPr>
            <p:cNvSpPr/>
            <p:nvPr/>
          </p:nvSpPr>
          <p:spPr>
            <a:xfrm flipH="1">
              <a:off x="4577348" y="5611309"/>
              <a:ext cx="234964" cy="365796"/>
            </a:xfrm>
            <a:custGeom>
              <a:avLst/>
              <a:gdLst>
                <a:gd name="connsiteX0" fmla="*/ 234964 w 234964"/>
                <a:gd name="connsiteY0" fmla="*/ 0 h 365796"/>
                <a:gd name="connsiteX1" fmla="*/ 203583 w 234964"/>
                <a:gd name="connsiteY1" fmla="*/ 23466 h 365796"/>
                <a:gd name="connsiteX2" fmla="*/ 0 w 234964"/>
                <a:gd name="connsiteY2" fmla="*/ 147147 h 365796"/>
                <a:gd name="connsiteX3" fmla="*/ 234964 w 234964"/>
                <a:gd name="connsiteY3" fmla="*/ 365796 h 365796"/>
                <a:gd name="connsiteX4" fmla="*/ 234964 w 234964"/>
                <a:gd name="connsiteY4" fmla="*/ 0 h 36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64" h="365796">
                  <a:moveTo>
                    <a:pt x="234964" y="0"/>
                  </a:moveTo>
                  <a:lnTo>
                    <a:pt x="203583" y="23466"/>
                  </a:lnTo>
                  <a:lnTo>
                    <a:pt x="0" y="147147"/>
                  </a:lnTo>
                  <a:lnTo>
                    <a:pt x="234964" y="365796"/>
                  </a:lnTo>
                  <a:lnTo>
                    <a:pt x="234964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37" name="مستطيل: زاوية مطوية 36">
              <a:extLst>
                <a:ext uri="{FF2B5EF4-FFF2-40B4-BE49-F238E27FC236}">
                  <a16:creationId xmlns:a16="http://schemas.microsoft.com/office/drawing/2014/main" id="{398D4D2F-D6A5-4E18-84F9-2545D90B0DD2}"/>
                </a:ext>
              </a:extLst>
            </p:cNvPr>
            <p:cNvSpPr/>
            <p:nvPr/>
          </p:nvSpPr>
          <p:spPr>
            <a:xfrm flipH="1" flipV="1">
              <a:off x="844183" y="4549669"/>
              <a:ext cx="465691" cy="1049562"/>
            </a:xfrm>
            <a:prstGeom prst="foldedCorner">
              <a:avLst/>
            </a:prstGeom>
            <a:solidFill>
              <a:srgbClr val="CC00CC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sp>
          <p:nvSpPr>
            <p:cNvPr id="44" name="مربع نص 43">
              <a:extLst>
                <a:ext uri="{FF2B5EF4-FFF2-40B4-BE49-F238E27FC236}">
                  <a16:creationId xmlns:a16="http://schemas.microsoft.com/office/drawing/2014/main" id="{92DC7188-D10F-4342-91C8-AAB8C6D681E5}"/>
                </a:ext>
              </a:extLst>
            </p:cNvPr>
            <p:cNvSpPr txBox="1"/>
            <p:nvPr/>
          </p:nvSpPr>
          <p:spPr>
            <a:xfrm>
              <a:off x="925000" y="4646667"/>
              <a:ext cx="35645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r-FR" sz="3600" b="1" dirty="0">
                  <a:solidFill>
                    <a:schemeClr val="bg1">
                      <a:lumMod val="95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4</a:t>
              </a:r>
              <a:endParaRPr lang="ar-MA" sz="3600" b="1" dirty="0">
                <a:solidFill>
                  <a:schemeClr val="bg1">
                    <a:lumMod val="95000"/>
                  </a:schemeClr>
                </a:solidFill>
                <a:latin typeface="29LT Bukra Bold Italic" panose="000B0903020204020204" pitchFamily="34" charset="-78"/>
                <a:cs typeface="29LT Bukra Bold Italic" panose="000B0903020204020204" pitchFamily="34" charset="-78"/>
              </a:endParaRPr>
            </a:p>
          </p:txBody>
        </p:sp>
        <p:pic>
          <p:nvPicPr>
            <p:cNvPr id="54" name="صورة 53">
              <a:extLst>
                <a:ext uri="{FF2B5EF4-FFF2-40B4-BE49-F238E27FC236}">
                  <a16:creationId xmlns:a16="http://schemas.microsoft.com/office/drawing/2014/main" id="{0BB851CD-5B7A-43BE-9360-7EBEBDBCE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5440" y="4848049"/>
              <a:ext cx="510294" cy="510294"/>
            </a:xfrm>
            <a:prstGeom prst="rect">
              <a:avLst/>
            </a:prstGeom>
          </p:spPr>
        </p:pic>
        <p:sp>
          <p:nvSpPr>
            <p:cNvPr id="63" name="مربع نص 62">
              <a:extLst>
                <a:ext uri="{FF2B5EF4-FFF2-40B4-BE49-F238E27FC236}">
                  <a16:creationId xmlns:a16="http://schemas.microsoft.com/office/drawing/2014/main" id="{100BC372-F8E9-4338-9066-C7D57476DECE}"/>
                </a:ext>
              </a:extLst>
            </p:cNvPr>
            <p:cNvSpPr txBox="1"/>
            <p:nvPr/>
          </p:nvSpPr>
          <p:spPr>
            <a:xfrm>
              <a:off x="2310027" y="4587274"/>
              <a:ext cx="15208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1400" dirty="0">
                  <a:solidFill>
                    <a:srgbClr val="CC00CC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الفرعي</a:t>
              </a:r>
            </a:p>
          </p:txBody>
        </p:sp>
        <p:sp>
          <p:nvSpPr>
            <p:cNvPr id="69" name="مربع نص 68">
              <a:extLst>
                <a:ext uri="{FF2B5EF4-FFF2-40B4-BE49-F238E27FC236}">
                  <a16:creationId xmlns:a16="http://schemas.microsoft.com/office/drawing/2014/main" id="{01E09B87-1E72-4BFD-9B90-B2147FE4779F}"/>
                </a:ext>
              </a:extLst>
            </p:cNvPr>
            <p:cNvSpPr txBox="1"/>
            <p:nvPr/>
          </p:nvSpPr>
          <p:spPr>
            <a:xfrm>
              <a:off x="1686952" y="4981013"/>
              <a:ext cx="2277394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MA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نكتب وصف مختصر للعنوان</a:t>
              </a:r>
            </a:p>
          </p:txBody>
        </p:sp>
      </p:grpSp>
      <p:grpSp>
        <p:nvGrpSpPr>
          <p:cNvPr id="76" name="مجموعة 75">
            <a:extLst>
              <a:ext uri="{FF2B5EF4-FFF2-40B4-BE49-F238E27FC236}">
                <a16:creationId xmlns:a16="http://schemas.microsoft.com/office/drawing/2014/main" id="{34107D60-08B6-4E19-B29E-0CE3CB001923}"/>
              </a:ext>
            </a:extLst>
          </p:cNvPr>
          <p:cNvGrpSpPr/>
          <p:nvPr/>
        </p:nvGrpSpPr>
        <p:grpSpPr>
          <a:xfrm>
            <a:off x="6644485" y="883040"/>
            <a:ext cx="4683171" cy="1794999"/>
            <a:chOff x="6644485" y="883040"/>
            <a:chExt cx="4683171" cy="1794999"/>
          </a:xfrm>
        </p:grpSpPr>
        <p:sp>
          <p:nvSpPr>
            <p:cNvPr id="33" name="شكل حر: شكل 32">
              <a:extLst>
                <a:ext uri="{FF2B5EF4-FFF2-40B4-BE49-F238E27FC236}">
                  <a16:creationId xmlns:a16="http://schemas.microsoft.com/office/drawing/2014/main" id="{F1D81C70-D5BF-447A-8B31-C75F8D169147}"/>
                </a:ext>
              </a:extLst>
            </p:cNvPr>
            <p:cNvSpPr/>
            <p:nvPr/>
          </p:nvSpPr>
          <p:spPr>
            <a:xfrm flipH="1">
              <a:off x="6644485" y="1098298"/>
              <a:ext cx="1858580" cy="1579741"/>
            </a:xfrm>
            <a:custGeom>
              <a:avLst/>
              <a:gdLst>
                <a:gd name="connsiteX0" fmla="*/ 1125430 w 1858580"/>
                <a:gd name="connsiteY0" fmla="*/ 0 h 1579741"/>
                <a:gd name="connsiteX1" fmla="*/ 919792 w 1858580"/>
                <a:gd name="connsiteY1" fmla="*/ 124929 h 1579741"/>
                <a:gd name="connsiteX2" fmla="*/ 894109 w 1858580"/>
                <a:gd name="connsiteY2" fmla="*/ 144134 h 1579741"/>
                <a:gd name="connsiteX3" fmla="*/ 894109 w 1858580"/>
                <a:gd name="connsiteY3" fmla="*/ 160471 h 1579741"/>
                <a:gd name="connsiteX4" fmla="*/ 872262 w 1858580"/>
                <a:gd name="connsiteY4" fmla="*/ 160471 h 1579741"/>
                <a:gd name="connsiteX5" fmla="*/ 715010 w 1858580"/>
                <a:gd name="connsiteY5" fmla="*/ 278061 h 1579741"/>
                <a:gd name="connsiteX6" fmla="*/ 68047 w 1858580"/>
                <a:gd name="connsiteY6" fmla="*/ 1062754 h 1579741"/>
                <a:gd name="connsiteX7" fmla="*/ 0 w 1858580"/>
                <a:gd name="connsiteY7" fmla="*/ 1204012 h 1579741"/>
                <a:gd name="connsiteX8" fmla="*/ 894109 w 1858580"/>
                <a:gd name="connsiteY8" fmla="*/ 1204012 h 1579741"/>
                <a:gd name="connsiteX9" fmla="*/ 894109 w 1858580"/>
                <a:gd name="connsiteY9" fmla="*/ 1579741 h 1579741"/>
                <a:gd name="connsiteX10" fmla="*/ 1858580 w 1858580"/>
                <a:gd name="connsiteY10" fmla="*/ 682242 h 1579741"/>
                <a:gd name="connsiteX11" fmla="*/ 1125430 w 1858580"/>
                <a:gd name="connsiteY11" fmla="*/ 0 h 15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580" h="1579741">
                  <a:moveTo>
                    <a:pt x="1125430" y="0"/>
                  </a:moveTo>
                  <a:lnTo>
                    <a:pt x="919792" y="124929"/>
                  </a:lnTo>
                  <a:lnTo>
                    <a:pt x="894109" y="144134"/>
                  </a:lnTo>
                  <a:lnTo>
                    <a:pt x="894109" y="160471"/>
                  </a:lnTo>
                  <a:lnTo>
                    <a:pt x="872262" y="160471"/>
                  </a:lnTo>
                  <a:lnTo>
                    <a:pt x="715010" y="278061"/>
                  </a:lnTo>
                  <a:cubicBezTo>
                    <a:pt x="452258" y="494904"/>
                    <a:pt x="231849" y="761223"/>
                    <a:pt x="68047" y="1062754"/>
                  </a:cubicBezTo>
                  <a:lnTo>
                    <a:pt x="0" y="1204012"/>
                  </a:lnTo>
                  <a:lnTo>
                    <a:pt x="894109" y="1204012"/>
                  </a:lnTo>
                  <a:lnTo>
                    <a:pt x="894109" y="1579741"/>
                  </a:lnTo>
                  <a:lnTo>
                    <a:pt x="1858580" y="682242"/>
                  </a:lnTo>
                  <a:lnTo>
                    <a:pt x="1125430" y="0"/>
                  </a:lnTo>
                  <a:close/>
                </a:path>
              </a:pathLst>
            </a:custGeom>
            <a:solidFill>
              <a:srgbClr val="CC0066"/>
            </a:solidFill>
            <a:ln>
              <a:noFill/>
            </a:ln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26" name="شكل حر: شكل 25">
              <a:extLst>
                <a:ext uri="{FF2B5EF4-FFF2-40B4-BE49-F238E27FC236}">
                  <a16:creationId xmlns:a16="http://schemas.microsoft.com/office/drawing/2014/main" id="{58675FF3-052F-4224-9527-4CE1361F4E47}"/>
                </a:ext>
              </a:extLst>
            </p:cNvPr>
            <p:cNvSpPr/>
            <p:nvPr/>
          </p:nvSpPr>
          <p:spPr>
            <a:xfrm flipH="1">
              <a:off x="7377636" y="883040"/>
              <a:ext cx="231321" cy="359392"/>
            </a:xfrm>
            <a:custGeom>
              <a:avLst/>
              <a:gdLst>
                <a:gd name="connsiteX0" fmla="*/ 0 w 231321"/>
                <a:gd name="connsiteY0" fmla="*/ 0 h 359392"/>
                <a:gd name="connsiteX1" fmla="*/ 0 w 231321"/>
                <a:gd name="connsiteY1" fmla="*/ 359392 h 359392"/>
                <a:gd name="connsiteX2" fmla="*/ 25683 w 231321"/>
                <a:gd name="connsiteY2" fmla="*/ 340187 h 359392"/>
                <a:gd name="connsiteX3" fmla="*/ 231321 w 231321"/>
                <a:gd name="connsiteY3" fmla="*/ 215258 h 359392"/>
                <a:gd name="connsiteX4" fmla="*/ 0 w 231321"/>
                <a:gd name="connsiteY4" fmla="*/ 0 h 35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321" h="359392">
                  <a:moveTo>
                    <a:pt x="0" y="0"/>
                  </a:moveTo>
                  <a:lnTo>
                    <a:pt x="0" y="359392"/>
                  </a:lnTo>
                  <a:lnTo>
                    <a:pt x="25683" y="340187"/>
                  </a:lnTo>
                  <a:lnTo>
                    <a:pt x="231321" y="215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24" name="شكل حر: شكل 23">
              <a:extLst>
                <a:ext uri="{FF2B5EF4-FFF2-40B4-BE49-F238E27FC236}">
                  <a16:creationId xmlns:a16="http://schemas.microsoft.com/office/drawing/2014/main" id="{1511CEB9-66B3-44EC-B2EF-0A7A7EFCC7D2}"/>
                </a:ext>
              </a:extLst>
            </p:cNvPr>
            <p:cNvSpPr/>
            <p:nvPr/>
          </p:nvSpPr>
          <p:spPr>
            <a:xfrm flipH="1">
              <a:off x="7608957" y="1242432"/>
              <a:ext cx="21847" cy="16337"/>
            </a:xfrm>
            <a:custGeom>
              <a:avLst/>
              <a:gdLst>
                <a:gd name="connsiteX0" fmla="*/ 21847 w 21847"/>
                <a:gd name="connsiteY0" fmla="*/ 0 h 16337"/>
                <a:gd name="connsiteX1" fmla="*/ 0 w 21847"/>
                <a:gd name="connsiteY1" fmla="*/ 16337 h 16337"/>
                <a:gd name="connsiteX2" fmla="*/ 21847 w 21847"/>
                <a:gd name="connsiteY2" fmla="*/ 16337 h 16337"/>
                <a:gd name="connsiteX3" fmla="*/ 21847 w 21847"/>
                <a:gd name="connsiteY3" fmla="*/ 0 h 1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47" h="16337">
                  <a:moveTo>
                    <a:pt x="21847" y="0"/>
                  </a:moveTo>
                  <a:lnTo>
                    <a:pt x="0" y="16337"/>
                  </a:lnTo>
                  <a:lnTo>
                    <a:pt x="21847" y="16337"/>
                  </a:lnTo>
                  <a:lnTo>
                    <a:pt x="2184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22" name="شكل حر: شكل 21">
              <a:extLst>
                <a:ext uri="{FF2B5EF4-FFF2-40B4-BE49-F238E27FC236}">
                  <a16:creationId xmlns:a16="http://schemas.microsoft.com/office/drawing/2014/main" id="{928B8F82-37E6-4684-A044-74BC1B0B3292}"/>
                </a:ext>
              </a:extLst>
            </p:cNvPr>
            <p:cNvSpPr/>
            <p:nvPr/>
          </p:nvSpPr>
          <p:spPr>
            <a:xfrm flipH="1">
              <a:off x="7630803" y="1258769"/>
              <a:ext cx="3225464" cy="1043541"/>
            </a:xfrm>
            <a:custGeom>
              <a:avLst/>
              <a:gdLst>
                <a:gd name="connsiteX0" fmla="*/ 3225464 w 3225464"/>
                <a:gd name="connsiteY0" fmla="*/ 0 h 1043541"/>
                <a:gd name="connsiteX1" fmla="*/ 0 w 3225464"/>
                <a:gd name="connsiteY1" fmla="*/ 0 h 1043541"/>
                <a:gd name="connsiteX2" fmla="*/ 0 w 3225464"/>
                <a:gd name="connsiteY2" fmla="*/ 1043541 h 1043541"/>
                <a:gd name="connsiteX3" fmla="*/ 2353202 w 3225464"/>
                <a:gd name="connsiteY3" fmla="*/ 1043541 h 1043541"/>
                <a:gd name="connsiteX4" fmla="*/ 2421249 w 3225464"/>
                <a:gd name="connsiteY4" fmla="*/ 902283 h 1043541"/>
                <a:gd name="connsiteX5" fmla="*/ 3068212 w 3225464"/>
                <a:gd name="connsiteY5" fmla="*/ 117590 h 1043541"/>
                <a:gd name="connsiteX6" fmla="*/ 3225464 w 3225464"/>
                <a:gd name="connsiteY6" fmla="*/ 0 h 104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5464" h="1043541">
                  <a:moveTo>
                    <a:pt x="3225464" y="0"/>
                  </a:moveTo>
                  <a:lnTo>
                    <a:pt x="0" y="0"/>
                  </a:lnTo>
                  <a:lnTo>
                    <a:pt x="0" y="1043541"/>
                  </a:lnTo>
                  <a:lnTo>
                    <a:pt x="2353202" y="1043541"/>
                  </a:lnTo>
                  <a:lnTo>
                    <a:pt x="2421249" y="902283"/>
                  </a:lnTo>
                  <a:cubicBezTo>
                    <a:pt x="2585051" y="600752"/>
                    <a:pt x="2805460" y="334433"/>
                    <a:pt x="3068212" y="117590"/>
                  </a:cubicBezTo>
                  <a:lnTo>
                    <a:pt x="3225464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38" name="مستطيل: زاوية مطوية 37">
              <a:extLst>
                <a:ext uri="{FF2B5EF4-FFF2-40B4-BE49-F238E27FC236}">
                  <a16:creationId xmlns:a16="http://schemas.microsoft.com/office/drawing/2014/main" id="{DAB24F0C-4026-4269-A712-F2CFF322F370}"/>
                </a:ext>
              </a:extLst>
            </p:cNvPr>
            <p:cNvSpPr/>
            <p:nvPr/>
          </p:nvSpPr>
          <p:spPr>
            <a:xfrm flipV="1">
              <a:off x="10861965" y="1258768"/>
              <a:ext cx="465691" cy="1049562"/>
            </a:xfrm>
            <a:prstGeom prst="foldedCorner">
              <a:avLst/>
            </a:prstGeom>
            <a:solidFill>
              <a:srgbClr val="CC0066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sp>
          <p:nvSpPr>
            <p:cNvPr id="41" name="مربع نص 40">
              <a:extLst>
                <a:ext uri="{FF2B5EF4-FFF2-40B4-BE49-F238E27FC236}">
                  <a16:creationId xmlns:a16="http://schemas.microsoft.com/office/drawing/2014/main" id="{15256960-78E3-4590-BB32-EB310B2D0B6C}"/>
                </a:ext>
              </a:extLst>
            </p:cNvPr>
            <p:cNvSpPr txBox="1"/>
            <p:nvPr/>
          </p:nvSpPr>
          <p:spPr>
            <a:xfrm>
              <a:off x="10936743" y="1457373"/>
              <a:ext cx="35645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r-FR" sz="3600" b="1" dirty="0">
                  <a:solidFill>
                    <a:schemeClr val="bg1">
                      <a:lumMod val="95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1</a:t>
              </a:r>
              <a:endParaRPr lang="ar-MA" sz="3600" b="1" dirty="0">
                <a:solidFill>
                  <a:schemeClr val="bg1">
                    <a:lumMod val="95000"/>
                  </a:schemeClr>
                </a:solidFill>
                <a:latin typeface="29LT Bukra Bold Italic" panose="000B0903020204020204" pitchFamily="34" charset="-78"/>
                <a:cs typeface="29LT Bukra Bold Italic" panose="000B0903020204020204" pitchFamily="34" charset="-78"/>
              </a:endParaRPr>
            </a:p>
          </p:txBody>
        </p:sp>
        <p:pic>
          <p:nvPicPr>
            <p:cNvPr id="58" name="صورة 57">
              <a:extLst>
                <a:ext uri="{FF2B5EF4-FFF2-40B4-BE49-F238E27FC236}">
                  <a16:creationId xmlns:a16="http://schemas.microsoft.com/office/drawing/2014/main" id="{1AB2687A-A9DB-4BB8-B451-1975EA55D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9958" y="1510343"/>
              <a:ext cx="591604" cy="591604"/>
            </a:xfrm>
            <a:prstGeom prst="rect">
              <a:avLst/>
            </a:prstGeom>
          </p:spPr>
        </p:pic>
        <p:sp>
          <p:nvSpPr>
            <p:cNvPr id="64" name="مربع نص 63">
              <a:extLst>
                <a:ext uri="{FF2B5EF4-FFF2-40B4-BE49-F238E27FC236}">
                  <a16:creationId xmlns:a16="http://schemas.microsoft.com/office/drawing/2014/main" id="{EA40B793-A6E3-4BA8-9F20-A7AC73AD6975}"/>
                </a:ext>
              </a:extLst>
            </p:cNvPr>
            <p:cNvSpPr txBox="1"/>
            <p:nvPr/>
          </p:nvSpPr>
          <p:spPr>
            <a:xfrm>
              <a:off x="9431058" y="1297549"/>
              <a:ext cx="15208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1400" dirty="0">
                  <a:solidFill>
                    <a:srgbClr val="CC0066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الفرعي</a:t>
              </a:r>
            </a:p>
          </p:txBody>
        </p:sp>
        <p:sp>
          <p:nvSpPr>
            <p:cNvPr id="70" name="مربع نص 69">
              <a:extLst>
                <a:ext uri="{FF2B5EF4-FFF2-40B4-BE49-F238E27FC236}">
                  <a16:creationId xmlns:a16="http://schemas.microsoft.com/office/drawing/2014/main" id="{137F7FC4-0D82-47D9-9E92-D45CFC3B7E92}"/>
                </a:ext>
              </a:extLst>
            </p:cNvPr>
            <p:cNvSpPr txBox="1"/>
            <p:nvPr/>
          </p:nvSpPr>
          <p:spPr>
            <a:xfrm>
              <a:off x="8503065" y="1676818"/>
              <a:ext cx="2277394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MA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نكتب وصف مختصر للعنوان</a:t>
              </a:r>
            </a:p>
          </p:txBody>
        </p:sp>
      </p:grpSp>
      <p:grpSp>
        <p:nvGrpSpPr>
          <p:cNvPr id="79" name="مجموعة 78">
            <a:extLst>
              <a:ext uri="{FF2B5EF4-FFF2-40B4-BE49-F238E27FC236}">
                <a16:creationId xmlns:a16="http://schemas.microsoft.com/office/drawing/2014/main" id="{CAA13255-C842-4298-8FE4-B4FCFDD3D32F}"/>
              </a:ext>
            </a:extLst>
          </p:cNvPr>
          <p:cNvGrpSpPr/>
          <p:nvPr/>
        </p:nvGrpSpPr>
        <p:grpSpPr>
          <a:xfrm>
            <a:off x="7475760" y="2529356"/>
            <a:ext cx="4677473" cy="1794999"/>
            <a:chOff x="7475760" y="2529356"/>
            <a:chExt cx="4677473" cy="1794999"/>
          </a:xfrm>
        </p:grpSpPr>
        <p:sp>
          <p:nvSpPr>
            <p:cNvPr id="31" name="شكل حر: شكل 30">
              <a:extLst>
                <a:ext uri="{FF2B5EF4-FFF2-40B4-BE49-F238E27FC236}">
                  <a16:creationId xmlns:a16="http://schemas.microsoft.com/office/drawing/2014/main" id="{095E586C-01DC-486E-B322-F2B0F2514A05}"/>
                </a:ext>
              </a:extLst>
            </p:cNvPr>
            <p:cNvSpPr/>
            <p:nvPr/>
          </p:nvSpPr>
          <p:spPr>
            <a:xfrm flipH="1">
              <a:off x="7475760" y="2529356"/>
              <a:ext cx="1280315" cy="1794999"/>
            </a:xfrm>
            <a:custGeom>
              <a:avLst/>
              <a:gdLst>
                <a:gd name="connsiteX0" fmla="*/ 315844 w 1280315"/>
                <a:gd name="connsiteY0" fmla="*/ 0 h 1794999"/>
                <a:gd name="connsiteX1" fmla="*/ 315844 w 1280315"/>
                <a:gd name="connsiteY1" fmla="*/ 375729 h 1794999"/>
                <a:gd name="connsiteX2" fmla="*/ 52184 w 1280315"/>
                <a:gd name="connsiteY2" fmla="*/ 375729 h 1794999"/>
                <a:gd name="connsiteX3" fmla="*/ 13734 w 1280315"/>
                <a:gd name="connsiteY3" fmla="*/ 627668 h 1794999"/>
                <a:gd name="connsiteX4" fmla="*/ 0 w 1280315"/>
                <a:gd name="connsiteY4" fmla="*/ 899645 h 1794999"/>
                <a:gd name="connsiteX5" fmla="*/ 13734 w 1280315"/>
                <a:gd name="connsiteY5" fmla="*/ 1171622 h 1794999"/>
                <a:gd name="connsiteX6" fmla="*/ 51529 w 1280315"/>
                <a:gd name="connsiteY6" fmla="*/ 1419270 h 1794999"/>
                <a:gd name="connsiteX7" fmla="*/ 315844 w 1280315"/>
                <a:gd name="connsiteY7" fmla="*/ 1419270 h 1794999"/>
                <a:gd name="connsiteX8" fmla="*/ 315844 w 1280315"/>
                <a:gd name="connsiteY8" fmla="*/ 1794999 h 1794999"/>
                <a:gd name="connsiteX9" fmla="*/ 1280315 w 1280315"/>
                <a:gd name="connsiteY9" fmla="*/ 897500 h 1794999"/>
                <a:gd name="connsiteX10" fmla="*/ 315844 w 1280315"/>
                <a:gd name="connsiteY10" fmla="*/ 0 h 179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0315" h="1794999">
                  <a:moveTo>
                    <a:pt x="315844" y="0"/>
                  </a:moveTo>
                  <a:lnTo>
                    <a:pt x="315844" y="375729"/>
                  </a:lnTo>
                  <a:lnTo>
                    <a:pt x="52184" y="375729"/>
                  </a:lnTo>
                  <a:lnTo>
                    <a:pt x="13734" y="627668"/>
                  </a:lnTo>
                  <a:cubicBezTo>
                    <a:pt x="4652" y="717092"/>
                    <a:pt x="0" y="807825"/>
                    <a:pt x="0" y="899645"/>
                  </a:cubicBezTo>
                  <a:cubicBezTo>
                    <a:pt x="0" y="991465"/>
                    <a:pt x="4652" y="1082198"/>
                    <a:pt x="13734" y="1171622"/>
                  </a:cubicBezTo>
                  <a:lnTo>
                    <a:pt x="51529" y="1419270"/>
                  </a:lnTo>
                  <a:lnTo>
                    <a:pt x="315844" y="1419270"/>
                  </a:lnTo>
                  <a:lnTo>
                    <a:pt x="315844" y="1794999"/>
                  </a:lnTo>
                  <a:lnTo>
                    <a:pt x="1280315" y="897500"/>
                  </a:lnTo>
                  <a:lnTo>
                    <a:pt x="315844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20" name="شكل حر: شكل 19">
              <a:extLst>
                <a:ext uri="{FF2B5EF4-FFF2-40B4-BE49-F238E27FC236}">
                  <a16:creationId xmlns:a16="http://schemas.microsoft.com/office/drawing/2014/main" id="{2677FCD9-1162-4896-87D2-E9C3A0A7DA44}"/>
                </a:ext>
              </a:extLst>
            </p:cNvPr>
            <p:cNvSpPr/>
            <p:nvPr/>
          </p:nvSpPr>
          <p:spPr>
            <a:xfrm flipH="1">
              <a:off x="8703891" y="2905085"/>
              <a:ext cx="2983651" cy="1043541"/>
            </a:xfrm>
            <a:custGeom>
              <a:avLst/>
              <a:gdLst>
                <a:gd name="connsiteX0" fmla="*/ 2983651 w 2983651"/>
                <a:gd name="connsiteY0" fmla="*/ 0 h 1043541"/>
                <a:gd name="connsiteX1" fmla="*/ 0 w 2983651"/>
                <a:gd name="connsiteY1" fmla="*/ 0 h 1043541"/>
                <a:gd name="connsiteX2" fmla="*/ 0 w 2983651"/>
                <a:gd name="connsiteY2" fmla="*/ 1043541 h 1043541"/>
                <a:gd name="connsiteX3" fmla="*/ 2982996 w 2983651"/>
                <a:gd name="connsiteY3" fmla="*/ 1043541 h 1043541"/>
                <a:gd name="connsiteX4" fmla="*/ 2945201 w 2983651"/>
                <a:gd name="connsiteY4" fmla="*/ 795893 h 1043541"/>
                <a:gd name="connsiteX5" fmla="*/ 2931467 w 2983651"/>
                <a:gd name="connsiteY5" fmla="*/ 523916 h 1043541"/>
                <a:gd name="connsiteX6" fmla="*/ 2945201 w 2983651"/>
                <a:gd name="connsiteY6" fmla="*/ 251939 h 1043541"/>
                <a:gd name="connsiteX7" fmla="*/ 2983651 w 2983651"/>
                <a:gd name="connsiteY7" fmla="*/ 0 h 104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83651" h="1043541">
                  <a:moveTo>
                    <a:pt x="2983651" y="0"/>
                  </a:moveTo>
                  <a:lnTo>
                    <a:pt x="0" y="0"/>
                  </a:lnTo>
                  <a:lnTo>
                    <a:pt x="0" y="1043541"/>
                  </a:lnTo>
                  <a:lnTo>
                    <a:pt x="2982996" y="1043541"/>
                  </a:lnTo>
                  <a:lnTo>
                    <a:pt x="2945201" y="795893"/>
                  </a:lnTo>
                  <a:cubicBezTo>
                    <a:pt x="2936119" y="706469"/>
                    <a:pt x="2931467" y="615736"/>
                    <a:pt x="2931467" y="523916"/>
                  </a:cubicBezTo>
                  <a:cubicBezTo>
                    <a:pt x="2931467" y="432096"/>
                    <a:pt x="2936119" y="341363"/>
                    <a:pt x="2945201" y="251939"/>
                  </a:cubicBezTo>
                  <a:lnTo>
                    <a:pt x="298365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39" name="مستطيل: زاوية مطوية 38">
              <a:extLst>
                <a:ext uri="{FF2B5EF4-FFF2-40B4-BE49-F238E27FC236}">
                  <a16:creationId xmlns:a16="http://schemas.microsoft.com/office/drawing/2014/main" id="{E7706DBF-4344-4F4F-8A4D-4ABF07987BAF}"/>
                </a:ext>
              </a:extLst>
            </p:cNvPr>
            <p:cNvSpPr/>
            <p:nvPr/>
          </p:nvSpPr>
          <p:spPr>
            <a:xfrm flipV="1">
              <a:off x="11687542" y="2907229"/>
              <a:ext cx="465691" cy="1049562"/>
            </a:xfrm>
            <a:prstGeom prst="foldedCorner">
              <a:avLst/>
            </a:prstGeom>
            <a:solidFill>
              <a:srgbClr val="009999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sp>
          <p:nvSpPr>
            <p:cNvPr id="42" name="مربع نص 41">
              <a:extLst>
                <a:ext uri="{FF2B5EF4-FFF2-40B4-BE49-F238E27FC236}">
                  <a16:creationId xmlns:a16="http://schemas.microsoft.com/office/drawing/2014/main" id="{D285CB8D-FA5A-4F16-901C-4FC658882372}"/>
                </a:ext>
              </a:extLst>
            </p:cNvPr>
            <p:cNvSpPr txBox="1"/>
            <p:nvPr/>
          </p:nvSpPr>
          <p:spPr>
            <a:xfrm>
              <a:off x="11742159" y="3100679"/>
              <a:ext cx="35645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r-FR" sz="3600" b="1" dirty="0">
                  <a:solidFill>
                    <a:schemeClr val="bg1">
                      <a:lumMod val="95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2</a:t>
              </a:r>
              <a:endParaRPr lang="ar-MA" sz="3600" b="1" dirty="0">
                <a:solidFill>
                  <a:schemeClr val="bg1">
                    <a:lumMod val="95000"/>
                  </a:schemeClr>
                </a:solidFill>
                <a:latin typeface="29LT Bukra Bold Italic" panose="000B0903020204020204" pitchFamily="34" charset="-78"/>
                <a:cs typeface="29LT Bukra Bold Italic" panose="000B0903020204020204" pitchFamily="34" charset="-78"/>
              </a:endParaRPr>
            </a:p>
          </p:txBody>
        </p:sp>
        <p:pic>
          <p:nvPicPr>
            <p:cNvPr id="52" name="صورة 51">
              <a:extLst>
                <a:ext uri="{FF2B5EF4-FFF2-40B4-BE49-F238E27FC236}">
                  <a16:creationId xmlns:a16="http://schemas.microsoft.com/office/drawing/2014/main" id="{15F877FC-083F-4FDD-849D-D963B1C93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452" y="3049857"/>
              <a:ext cx="609604" cy="609604"/>
            </a:xfrm>
            <a:prstGeom prst="rect">
              <a:avLst/>
            </a:prstGeom>
          </p:spPr>
        </p:pic>
        <p:sp>
          <p:nvSpPr>
            <p:cNvPr id="65" name="مربع نص 64">
              <a:extLst>
                <a:ext uri="{FF2B5EF4-FFF2-40B4-BE49-F238E27FC236}">
                  <a16:creationId xmlns:a16="http://schemas.microsoft.com/office/drawing/2014/main" id="{870783A1-BBA2-4968-A4CC-2AC5FD1BB823}"/>
                </a:ext>
              </a:extLst>
            </p:cNvPr>
            <p:cNvSpPr txBox="1"/>
            <p:nvPr/>
          </p:nvSpPr>
          <p:spPr>
            <a:xfrm>
              <a:off x="10258237" y="2942412"/>
              <a:ext cx="15208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1400" dirty="0">
                  <a:solidFill>
                    <a:srgbClr val="009999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الفرعي</a:t>
              </a:r>
            </a:p>
          </p:txBody>
        </p:sp>
        <p:sp>
          <p:nvSpPr>
            <p:cNvPr id="71" name="مربع نص 70">
              <a:extLst>
                <a:ext uri="{FF2B5EF4-FFF2-40B4-BE49-F238E27FC236}">
                  <a16:creationId xmlns:a16="http://schemas.microsoft.com/office/drawing/2014/main" id="{ED2ABEDE-CB04-4A1D-B5CA-7693A0B46F4F}"/>
                </a:ext>
              </a:extLst>
            </p:cNvPr>
            <p:cNvSpPr txBox="1"/>
            <p:nvPr/>
          </p:nvSpPr>
          <p:spPr>
            <a:xfrm>
              <a:off x="9382840" y="3292513"/>
              <a:ext cx="2277394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MA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نكتب وصف مختصر للعنوان</a:t>
              </a:r>
            </a:p>
          </p:txBody>
        </p:sp>
      </p:grpSp>
      <p:grpSp>
        <p:nvGrpSpPr>
          <p:cNvPr id="77" name="مجموعة 76">
            <a:extLst>
              <a:ext uri="{FF2B5EF4-FFF2-40B4-BE49-F238E27FC236}">
                <a16:creationId xmlns:a16="http://schemas.microsoft.com/office/drawing/2014/main" id="{B37B56B4-08ED-4EE2-820C-73615D1A1AE5}"/>
              </a:ext>
            </a:extLst>
          </p:cNvPr>
          <p:cNvGrpSpPr/>
          <p:nvPr/>
        </p:nvGrpSpPr>
        <p:grpSpPr>
          <a:xfrm>
            <a:off x="6644486" y="4179962"/>
            <a:ext cx="4703331" cy="1794999"/>
            <a:chOff x="6644486" y="4179962"/>
            <a:chExt cx="4703331" cy="1794999"/>
          </a:xfrm>
        </p:grpSpPr>
        <p:sp>
          <p:nvSpPr>
            <p:cNvPr id="29" name="شكل حر: شكل 28">
              <a:extLst>
                <a:ext uri="{FF2B5EF4-FFF2-40B4-BE49-F238E27FC236}">
                  <a16:creationId xmlns:a16="http://schemas.microsoft.com/office/drawing/2014/main" id="{31FBA889-6C08-48BC-8189-6F48A6FE0729}"/>
                </a:ext>
              </a:extLst>
            </p:cNvPr>
            <p:cNvSpPr/>
            <p:nvPr/>
          </p:nvSpPr>
          <p:spPr>
            <a:xfrm flipH="1">
              <a:off x="6644486" y="4179962"/>
              <a:ext cx="1858581" cy="1579742"/>
            </a:xfrm>
            <a:custGeom>
              <a:avLst/>
              <a:gdLst>
                <a:gd name="connsiteX0" fmla="*/ 894110 w 1858581"/>
                <a:gd name="connsiteY0" fmla="*/ 0 h 1579742"/>
                <a:gd name="connsiteX1" fmla="*/ 894110 w 1858581"/>
                <a:gd name="connsiteY1" fmla="*/ 375729 h 1579742"/>
                <a:gd name="connsiteX2" fmla="*/ 0 w 1858581"/>
                <a:gd name="connsiteY2" fmla="*/ 375729 h 1579742"/>
                <a:gd name="connsiteX3" fmla="*/ 68048 w 1858581"/>
                <a:gd name="connsiteY3" fmla="*/ 516988 h 1579742"/>
                <a:gd name="connsiteX4" fmla="*/ 715011 w 1858581"/>
                <a:gd name="connsiteY4" fmla="*/ 1301681 h 1579742"/>
                <a:gd name="connsiteX5" fmla="*/ 872262 w 1858581"/>
                <a:gd name="connsiteY5" fmla="*/ 1419270 h 1579742"/>
                <a:gd name="connsiteX6" fmla="*/ 894110 w 1858581"/>
                <a:gd name="connsiteY6" fmla="*/ 1419270 h 1579742"/>
                <a:gd name="connsiteX7" fmla="*/ 894110 w 1858581"/>
                <a:gd name="connsiteY7" fmla="*/ 1435608 h 1579742"/>
                <a:gd name="connsiteX8" fmla="*/ 919793 w 1858581"/>
                <a:gd name="connsiteY8" fmla="*/ 1454813 h 1579742"/>
                <a:gd name="connsiteX9" fmla="*/ 1125430 w 1858581"/>
                <a:gd name="connsiteY9" fmla="*/ 1579742 h 1579742"/>
                <a:gd name="connsiteX10" fmla="*/ 1858581 w 1858581"/>
                <a:gd name="connsiteY10" fmla="*/ 897500 h 1579742"/>
                <a:gd name="connsiteX11" fmla="*/ 894110 w 1858581"/>
                <a:gd name="connsiteY11" fmla="*/ 0 h 157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581" h="1579742">
                  <a:moveTo>
                    <a:pt x="894110" y="0"/>
                  </a:moveTo>
                  <a:lnTo>
                    <a:pt x="894110" y="375729"/>
                  </a:lnTo>
                  <a:lnTo>
                    <a:pt x="0" y="375729"/>
                  </a:lnTo>
                  <a:lnTo>
                    <a:pt x="68048" y="516988"/>
                  </a:lnTo>
                  <a:cubicBezTo>
                    <a:pt x="231850" y="818520"/>
                    <a:pt x="452259" y="1084838"/>
                    <a:pt x="715011" y="1301681"/>
                  </a:cubicBezTo>
                  <a:lnTo>
                    <a:pt x="872262" y="1419270"/>
                  </a:lnTo>
                  <a:lnTo>
                    <a:pt x="894110" y="1419270"/>
                  </a:lnTo>
                  <a:lnTo>
                    <a:pt x="894110" y="1435608"/>
                  </a:lnTo>
                  <a:lnTo>
                    <a:pt x="919793" y="1454813"/>
                  </a:lnTo>
                  <a:lnTo>
                    <a:pt x="1125430" y="1579742"/>
                  </a:lnTo>
                  <a:lnTo>
                    <a:pt x="1858581" y="897500"/>
                  </a:lnTo>
                  <a:lnTo>
                    <a:pt x="894110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18" name="شكل حر: شكل 17">
              <a:extLst>
                <a:ext uri="{FF2B5EF4-FFF2-40B4-BE49-F238E27FC236}">
                  <a16:creationId xmlns:a16="http://schemas.microsoft.com/office/drawing/2014/main" id="{D4661614-9D4F-4E21-AA93-37E7492A8077}"/>
                </a:ext>
              </a:extLst>
            </p:cNvPr>
            <p:cNvSpPr/>
            <p:nvPr/>
          </p:nvSpPr>
          <p:spPr>
            <a:xfrm flipH="1">
              <a:off x="7630805" y="4555691"/>
              <a:ext cx="3225463" cy="1043541"/>
            </a:xfrm>
            <a:custGeom>
              <a:avLst/>
              <a:gdLst>
                <a:gd name="connsiteX0" fmla="*/ 2353201 w 3225463"/>
                <a:gd name="connsiteY0" fmla="*/ 0 h 1043541"/>
                <a:gd name="connsiteX1" fmla="*/ 0 w 3225463"/>
                <a:gd name="connsiteY1" fmla="*/ 0 h 1043541"/>
                <a:gd name="connsiteX2" fmla="*/ 0 w 3225463"/>
                <a:gd name="connsiteY2" fmla="*/ 1043541 h 1043541"/>
                <a:gd name="connsiteX3" fmla="*/ 3225463 w 3225463"/>
                <a:gd name="connsiteY3" fmla="*/ 1043541 h 1043541"/>
                <a:gd name="connsiteX4" fmla="*/ 3068212 w 3225463"/>
                <a:gd name="connsiteY4" fmla="*/ 925952 h 1043541"/>
                <a:gd name="connsiteX5" fmla="*/ 2421249 w 3225463"/>
                <a:gd name="connsiteY5" fmla="*/ 141259 h 1043541"/>
                <a:gd name="connsiteX6" fmla="*/ 2353201 w 3225463"/>
                <a:gd name="connsiteY6" fmla="*/ 0 h 104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5463" h="1043541">
                  <a:moveTo>
                    <a:pt x="2353201" y="0"/>
                  </a:moveTo>
                  <a:lnTo>
                    <a:pt x="0" y="0"/>
                  </a:lnTo>
                  <a:lnTo>
                    <a:pt x="0" y="1043541"/>
                  </a:lnTo>
                  <a:lnTo>
                    <a:pt x="3225463" y="1043541"/>
                  </a:lnTo>
                  <a:lnTo>
                    <a:pt x="3068212" y="925952"/>
                  </a:lnTo>
                  <a:cubicBezTo>
                    <a:pt x="2805460" y="709109"/>
                    <a:pt x="2585051" y="442791"/>
                    <a:pt x="2421249" y="141259"/>
                  </a:cubicBezTo>
                  <a:lnTo>
                    <a:pt x="235320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16" name="شكل حر: شكل 15">
              <a:extLst>
                <a:ext uri="{FF2B5EF4-FFF2-40B4-BE49-F238E27FC236}">
                  <a16:creationId xmlns:a16="http://schemas.microsoft.com/office/drawing/2014/main" id="{B4E28C08-F2DE-4706-B953-167C77AD3C6B}"/>
                </a:ext>
              </a:extLst>
            </p:cNvPr>
            <p:cNvSpPr/>
            <p:nvPr/>
          </p:nvSpPr>
          <p:spPr>
            <a:xfrm flipH="1">
              <a:off x="7608956" y="5599232"/>
              <a:ext cx="21848" cy="16338"/>
            </a:xfrm>
            <a:custGeom>
              <a:avLst/>
              <a:gdLst>
                <a:gd name="connsiteX0" fmla="*/ 21848 w 21848"/>
                <a:gd name="connsiteY0" fmla="*/ 0 h 16338"/>
                <a:gd name="connsiteX1" fmla="*/ 0 w 21848"/>
                <a:gd name="connsiteY1" fmla="*/ 0 h 16338"/>
                <a:gd name="connsiteX2" fmla="*/ 21848 w 21848"/>
                <a:gd name="connsiteY2" fmla="*/ 16338 h 16338"/>
                <a:gd name="connsiteX3" fmla="*/ 21848 w 21848"/>
                <a:gd name="connsiteY3" fmla="*/ 0 h 16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48" h="16338">
                  <a:moveTo>
                    <a:pt x="21848" y="0"/>
                  </a:moveTo>
                  <a:lnTo>
                    <a:pt x="0" y="0"/>
                  </a:lnTo>
                  <a:lnTo>
                    <a:pt x="21848" y="16338"/>
                  </a:lnTo>
                  <a:lnTo>
                    <a:pt x="2184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13" name="شكل حر: شكل 12">
              <a:extLst>
                <a:ext uri="{FF2B5EF4-FFF2-40B4-BE49-F238E27FC236}">
                  <a16:creationId xmlns:a16="http://schemas.microsoft.com/office/drawing/2014/main" id="{2C164F06-9669-4390-95B1-FE4125B15EEF}"/>
                </a:ext>
              </a:extLst>
            </p:cNvPr>
            <p:cNvSpPr/>
            <p:nvPr/>
          </p:nvSpPr>
          <p:spPr>
            <a:xfrm flipH="1">
              <a:off x="7377636" y="5615570"/>
              <a:ext cx="231320" cy="359391"/>
            </a:xfrm>
            <a:custGeom>
              <a:avLst/>
              <a:gdLst>
                <a:gd name="connsiteX0" fmla="*/ 0 w 231320"/>
                <a:gd name="connsiteY0" fmla="*/ 0 h 359391"/>
                <a:gd name="connsiteX1" fmla="*/ 0 w 231320"/>
                <a:gd name="connsiteY1" fmla="*/ 359391 h 359391"/>
                <a:gd name="connsiteX2" fmla="*/ 231320 w 231320"/>
                <a:gd name="connsiteY2" fmla="*/ 144134 h 359391"/>
                <a:gd name="connsiteX3" fmla="*/ 25683 w 231320"/>
                <a:gd name="connsiteY3" fmla="*/ 19205 h 359391"/>
                <a:gd name="connsiteX4" fmla="*/ 0 w 231320"/>
                <a:gd name="connsiteY4" fmla="*/ 0 h 35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320" h="359391">
                  <a:moveTo>
                    <a:pt x="0" y="0"/>
                  </a:moveTo>
                  <a:lnTo>
                    <a:pt x="0" y="359391"/>
                  </a:lnTo>
                  <a:lnTo>
                    <a:pt x="231320" y="144134"/>
                  </a:lnTo>
                  <a:lnTo>
                    <a:pt x="25683" y="192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MA"/>
            </a:p>
          </p:txBody>
        </p:sp>
        <p:sp>
          <p:nvSpPr>
            <p:cNvPr id="40" name="مستطيل: زاوية مطوية 39">
              <a:extLst>
                <a:ext uri="{FF2B5EF4-FFF2-40B4-BE49-F238E27FC236}">
                  <a16:creationId xmlns:a16="http://schemas.microsoft.com/office/drawing/2014/main" id="{8D3BD9F3-94A8-4F20-8988-CEDF84FA6D1D}"/>
                </a:ext>
              </a:extLst>
            </p:cNvPr>
            <p:cNvSpPr/>
            <p:nvPr/>
          </p:nvSpPr>
          <p:spPr>
            <a:xfrm flipV="1">
              <a:off x="10882126" y="4555691"/>
              <a:ext cx="465691" cy="1049562"/>
            </a:xfrm>
            <a:prstGeom prst="foldedCorner">
              <a:avLst/>
            </a:prstGeom>
            <a:solidFill>
              <a:srgbClr val="008000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sp>
          <p:nvSpPr>
            <p:cNvPr id="43" name="مربع نص 42">
              <a:extLst>
                <a:ext uri="{FF2B5EF4-FFF2-40B4-BE49-F238E27FC236}">
                  <a16:creationId xmlns:a16="http://schemas.microsoft.com/office/drawing/2014/main" id="{E832739E-FCB0-41D1-BC02-980BDE4F960B}"/>
                </a:ext>
              </a:extLst>
            </p:cNvPr>
            <p:cNvSpPr txBox="1"/>
            <p:nvPr/>
          </p:nvSpPr>
          <p:spPr>
            <a:xfrm>
              <a:off x="10936743" y="4751284"/>
              <a:ext cx="35645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r-FR" sz="3600" b="1" dirty="0">
                  <a:solidFill>
                    <a:schemeClr val="bg1">
                      <a:lumMod val="95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3</a:t>
              </a:r>
              <a:endParaRPr lang="ar-MA" sz="3600" b="1" dirty="0">
                <a:solidFill>
                  <a:schemeClr val="bg1">
                    <a:lumMod val="95000"/>
                  </a:schemeClr>
                </a:solidFill>
                <a:latin typeface="29LT Bukra Bold Italic" panose="000B0903020204020204" pitchFamily="34" charset="-78"/>
                <a:cs typeface="29LT Bukra Bold Italic" panose="000B0903020204020204" pitchFamily="34" charset="-78"/>
              </a:endParaRPr>
            </a:p>
          </p:txBody>
        </p:sp>
        <p:pic>
          <p:nvPicPr>
            <p:cNvPr id="50" name="صورة 49">
              <a:extLst>
                <a:ext uri="{FF2B5EF4-FFF2-40B4-BE49-F238E27FC236}">
                  <a16:creationId xmlns:a16="http://schemas.microsoft.com/office/drawing/2014/main" id="{8EB698C3-9646-433D-A782-DECEB5CF3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9958" y="4824191"/>
              <a:ext cx="500515" cy="500515"/>
            </a:xfrm>
            <a:prstGeom prst="rect">
              <a:avLst/>
            </a:prstGeom>
          </p:spPr>
        </p:pic>
        <p:sp>
          <p:nvSpPr>
            <p:cNvPr id="66" name="مربع نص 65">
              <a:extLst>
                <a:ext uri="{FF2B5EF4-FFF2-40B4-BE49-F238E27FC236}">
                  <a16:creationId xmlns:a16="http://schemas.microsoft.com/office/drawing/2014/main" id="{BA40265C-DB77-4706-A97C-74257DA59EBB}"/>
                </a:ext>
              </a:extLst>
            </p:cNvPr>
            <p:cNvSpPr txBox="1"/>
            <p:nvPr/>
          </p:nvSpPr>
          <p:spPr>
            <a:xfrm>
              <a:off x="9431058" y="4587274"/>
              <a:ext cx="15208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1400" dirty="0">
                  <a:solidFill>
                    <a:srgbClr val="008000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الفرعي</a:t>
              </a:r>
            </a:p>
          </p:txBody>
        </p:sp>
        <p:sp>
          <p:nvSpPr>
            <p:cNvPr id="72" name="مربع نص 71">
              <a:extLst>
                <a:ext uri="{FF2B5EF4-FFF2-40B4-BE49-F238E27FC236}">
                  <a16:creationId xmlns:a16="http://schemas.microsoft.com/office/drawing/2014/main" id="{783B45A7-1F22-4D6F-935B-DCD83CDA64A7}"/>
                </a:ext>
              </a:extLst>
            </p:cNvPr>
            <p:cNvSpPr txBox="1"/>
            <p:nvPr/>
          </p:nvSpPr>
          <p:spPr>
            <a:xfrm>
              <a:off x="8604731" y="4947426"/>
              <a:ext cx="2277394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MA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نكتب وصف مختصر للعنوان</a:t>
              </a:r>
            </a:p>
          </p:txBody>
        </p:sp>
      </p:grpSp>
      <p:sp>
        <p:nvSpPr>
          <p:cNvPr id="80" name="مربع نص 79">
            <a:extLst>
              <a:ext uri="{FF2B5EF4-FFF2-40B4-BE49-F238E27FC236}">
                <a16:creationId xmlns:a16="http://schemas.microsoft.com/office/drawing/2014/main" id="{DAAC8711-5842-4589-928D-DEEE24BF225B}"/>
              </a:ext>
            </a:extLst>
          </p:cNvPr>
          <p:cNvSpPr txBox="1"/>
          <p:nvPr/>
        </p:nvSpPr>
        <p:spPr>
          <a:xfrm>
            <a:off x="4814210" y="2767281"/>
            <a:ext cx="2563580" cy="1323439"/>
          </a:xfrm>
          <a:prstGeom prst="rect">
            <a:avLst/>
          </a:prstGeom>
          <a:noFill/>
          <a:effectLst>
            <a:outerShdw dist="635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ar-MA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29LT Bukra Bold Italic" panose="000B0903020204020204" pitchFamily="34" charset="-78"/>
                <a:cs typeface="29LT Bukra Bold Italic" panose="000B0903020204020204" pitchFamily="34" charset="-78"/>
              </a:rPr>
              <a:t>العنوان الرئيسي</a:t>
            </a:r>
          </a:p>
        </p:txBody>
      </p:sp>
    </p:spTree>
    <p:extLst>
      <p:ext uri="{BB962C8B-B14F-4D97-AF65-F5344CB8AC3E}">
        <p14:creationId xmlns:p14="http://schemas.microsoft.com/office/powerpoint/2010/main" val="364026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1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" presetClass="entr" presetSubtype="2" fill="hold" nodeType="click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1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2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7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8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2" presetClass="entr" presetSubtype="8" fill="hold" nodeType="click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3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4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2" presetClass="entr" presetSubtype="8" fill="hold" nodeType="click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9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0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2" presetClass="entr" presetSubtype="8" fill="hold" nodeType="click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5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6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1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0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مجموعة 64">
            <a:extLst>
              <a:ext uri="{FF2B5EF4-FFF2-40B4-BE49-F238E27FC236}">
                <a16:creationId xmlns:a16="http://schemas.microsoft.com/office/drawing/2014/main" id="{B413E8EA-E4A4-461B-9350-216E52102DF8}"/>
              </a:ext>
            </a:extLst>
          </p:cNvPr>
          <p:cNvGrpSpPr/>
          <p:nvPr/>
        </p:nvGrpSpPr>
        <p:grpSpPr>
          <a:xfrm>
            <a:off x="5491826" y="1534762"/>
            <a:ext cx="4708269" cy="900000"/>
            <a:chOff x="5321004" y="1549279"/>
            <a:chExt cx="4708269" cy="900000"/>
          </a:xfrm>
        </p:grpSpPr>
        <p:grpSp>
          <p:nvGrpSpPr>
            <p:cNvPr id="35" name="مجموعة 34">
              <a:extLst>
                <a:ext uri="{FF2B5EF4-FFF2-40B4-BE49-F238E27FC236}">
                  <a16:creationId xmlns:a16="http://schemas.microsoft.com/office/drawing/2014/main" id="{3FC0E297-278C-469D-938E-ACF0A78FD96D}"/>
                </a:ext>
              </a:extLst>
            </p:cNvPr>
            <p:cNvGrpSpPr/>
            <p:nvPr/>
          </p:nvGrpSpPr>
          <p:grpSpPr>
            <a:xfrm>
              <a:off x="5321004" y="1549279"/>
              <a:ext cx="4708269" cy="900000"/>
              <a:chOff x="5321004" y="1549279"/>
              <a:chExt cx="4708269" cy="900000"/>
            </a:xfrm>
          </p:grpSpPr>
          <p:sp>
            <p:nvSpPr>
              <p:cNvPr id="29" name="مستطيل 28">
                <a:extLst>
                  <a:ext uri="{FF2B5EF4-FFF2-40B4-BE49-F238E27FC236}">
                    <a16:creationId xmlns:a16="http://schemas.microsoft.com/office/drawing/2014/main" id="{9BDF1C20-AF27-4D6D-9240-B31E5CD447BC}"/>
                  </a:ext>
                </a:extLst>
              </p:cNvPr>
              <p:cNvSpPr/>
              <p:nvPr/>
            </p:nvSpPr>
            <p:spPr>
              <a:xfrm>
                <a:off x="6221004" y="15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شكل حر: شكل 29">
                <a:extLst>
                  <a:ext uri="{FF2B5EF4-FFF2-40B4-BE49-F238E27FC236}">
                    <a16:creationId xmlns:a16="http://schemas.microsoft.com/office/drawing/2014/main" id="{7EC7A66B-BEC6-4733-AEAC-5A19C940E710}"/>
                  </a:ext>
                </a:extLst>
              </p:cNvPr>
              <p:cNvSpPr/>
              <p:nvPr/>
            </p:nvSpPr>
            <p:spPr>
              <a:xfrm>
                <a:off x="6221004" y="15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02A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31" name="شكل حر: شكل 30">
                <a:extLst>
                  <a:ext uri="{FF2B5EF4-FFF2-40B4-BE49-F238E27FC236}">
                    <a16:creationId xmlns:a16="http://schemas.microsoft.com/office/drawing/2014/main" id="{FE31C76D-1537-412B-82A3-157F430935E9}"/>
                  </a:ext>
                </a:extLst>
              </p:cNvPr>
              <p:cNvSpPr/>
              <p:nvPr/>
            </p:nvSpPr>
            <p:spPr>
              <a:xfrm flipH="1" flipV="1">
                <a:off x="5321004" y="15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F4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32" name="مستطيل 31">
                <a:extLst>
                  <a:ext uri="{FF2B5EF4-FFF2-40B4-BE49-F238E27FC236}">
                    <a16:creationId xmlns:a16="http://schemas.microsoft.com/office/drawing/2014/main" id="{BBB0FBF9-762D-4E54-AC91-060DA38460BF}"/>
                  </a:ext>
                </a:extLst>
              </p:cNvPr>
              <p:cNvSpPr/>
              <p:nvPr/>
            </p:nvSpPr>
            <p:spPr>
              <a:xfrm>
                <a:off x="9876873" y="1549279"/>
                <a:ext cx="152400" cy="900000"/>
              </a:xfrm>
              <a:prstGeom prst="rect">
                <a:avLst/>
              </a:prstGeom>
              <a:solidFill>
                <a:srgbClr val="0F4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8" name="مربع نص 47">
              <a:extLst>
                <a:ext uri="{FF2B5EF4-FFF2-40B4-BE49-F238E27FC236}">
                  <a16:creationId xmlns:a16="http://schemas.microsoft.com/office/drawing/2014/main" id="{D6DD69DF-6FA5-446F-8B1C-6F0317831ACE}"/>
                </a:ext>
              </a:extLst>
            </p:cNvPr>
            <p:cNvSpPr txBox="1"/>
            <p:nvPr/>
          </p:nvSpPr>
          <p:spPr>
            <a:xfrm>
              <a:off x="7476768" y="1636699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002AA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002AA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مربع نص 48">
              <a:extLst>
                <a:ext uri="{FF2B5EF4-FFF2-40B4-BE49-F238E27FC236}">
                  <a16:creationId xmlns:a16="http://schemas.microsoft.com/office/drawing/2014/main" id="{8F33BC2B-B2B4-42A4-AF31-D442837224A2}"/>
                </a:ext>
              </a:extLst>
            </p:cNvPr>
            <p:cNvSpPr txBox="1"/>
            <p:nvPr/>
          </p:nvSpPr>
          <p:spPr>
            <a:xfrm>
              <a:off x="7143863" y="2006031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مربع نص 53">
              <a:extLst>
                <a:ext uri="{FF2B5EF4-FFF2-40B4-BE49-F238E27FC236}">
                  <a16:creationId xmlns:a16="http://schemas.microsoft.com/office/drawing/2014/main" id="{392B5273-6CEA-4631-B1AE-9622783B9178}"/>
                </a:ext>
              </a:extLst>
            </p:cNvPr>
            <p:cNvSpPr txBox="1"/>
            <p:nvPr/>
          </p:nvSpPr>
          <p:spPr>
            <a:xfrm>
              <a:off x="5550136" y="1775198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05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6" name="رسم 55" descr="مركز الهدف">
              <a:extLst>
                <a:ext uri="{FF2B5EF4-FFF2-40B4-BE49-F238E27FC236}">
                  <a16:creationId xmlns:a16="http://schemas.microsoft.com/office/drawing/2014/main" id="{556C6D45-878C-4288-A173-8B6DE43B1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03391" y="1649232"/>
              <a:ext cx="549272" cy="549272"/>
            </a:xfrm>
            <a:prstGeom prst="rect">
              <a:avLst/>
            </a:prstGeom>
          </p:spPr>
        </p:pic>
      </p:grpSp>
      <p:grpSp>
        <p:nvGrpSpPr>
          <p:cNvPr id="66" name="مجموعة 65">
            <a:extLst>
              <a:ext uri="{FF2B5EF4-FFF2-40B4-BE49-F238E27FC236}">
                <a16:creationId xmlns:a16="http://schemas.microsoft.com/office/drawing/2014/main" id="{EC16DAAE-0615-482A-A125-17A2BC0F876B}"/>
              </a:ext>
            </a:extLst>
          </p:cNvPr>
          <p:cNvGrpSpPr/>
          <p:nvPr/>
        </p:nvGrpSpPr>
        <p:grpSpPr>
          <a:xfrm>
            <a:off x="4600141" y="2434762"/>
            <a:ext cx="4708269" cy="900000"/>
            <a:chOff x="4429319" y="2449279"/>
            <a:chExt cx="4708269" cy="900000"/>
          </a:xfrm>
        </p:grpSpPr>
        <p:grpSp>
          <p:nvGrpSpPr>
            <p:cNvPr id="36" name="مجموعة 35">
              <a:extLst>
                <a:ext uri="{FF2B5EF4-FFF2-40B4-BE49-F238E27FC236}">
                  <a16:creationId xmlns:a16="http://schemas.microsoft.com/office/drawing/2014/main" id="{0352C2C7-B030-44D4-A583-F25F0D9BD50A}"/>
                </a:ext>
              </a:extLst>
            </p:cNvPr>
            <p:cNvGrpSpPr/>
            <p:nvPr/>
          </p:nvGrpSpPr>
          <p:grpSpPr>
            <a:xfrm>
              <a:off x="4429319" y="2449279"/>
              <a:ext cx="4708269" cy="900000"/>
              <a:chOff x="4429319" y="2449279"/>
              <a:chExt cx="4708269" cy="900000"/>
            </a:xfrm>
          </p:grpSpPr>
          <p:sp>
            <p:nvSpPr>
              <p:cNvPr id="24" name="مستطيل 23">
                <a:extLst>
                  <a:ext uri="{FF2B5EF4-FFF2-40B4-BE49-F238E27FC236}">
                    <a16:creationId xmlns:a16="http://schemas.microsoft.com/office/drawing/2014/main" id="{3D80DADE-AAD8-4890-BB54-F5615047BA08}"/>
                  </a:ext>
                </a:extLst>
              </p:cNvPr>
              <p:cNvSpPr/>
              <p:nvPr/>
            </p:nvSpPr>
            <p:spPr>
              <a:xfrm>
                <a:off x="5329319" y="24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شكل حر: شكل 24">
                <a:extLst>
                  <a:ext uri="{FF2B5EF4-FFF2-40B4-BE49-F238E27FC236}">
                    <a16:creationId xmlns:a16="http://schemas.microsoft.com/office/drawing/2014/main" id="{F7202CD1-0392-4392-BCCA-2737482A8015}"/>
                  </a:ext>
                </a:extLst>
              </p:cNvPr>
              <p:cNvSpPr/>
              <p:nvPr/>
            </p:nvSpPr>
            <p:spPr>
              <a:xfrm>
                <a:off x="5329319" y="24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0960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6" name="شكل حر: شكل 25">
                <a:extLst>
                  <a:ext uri="{FF2B5EF4-FFF2-40B4-BE49-F238E27FC236}">
                    <a16:creationId xmlns:a16="http://schemas.microsoft.com/office/drawing/2014/main" id="{6738C63F-A9A0-4DCC-AAEE-50FFE0EA1AEC}"/>
                  </a:ext>
                </a:extLst>
              </p:cNvPr>
              <p:cNvSpPr/>
              <p:nvPr/>
            </p:nvSpPr>
            <p:spPr>
              <a:xfrm flipH="1" flipV="1">
                <a:off x="4429319" y="24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0FE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7" name="مستطيل 26">
                <a:extLst>
                  <a:ext uri="{FF2B5EF4-FFF2-40B4-BE49-F238E27FC236}">
                    <a16:creationId xmlns:a16="http://schemas.microsoft.com/office/drawing/2014/main" id="{B81D5570-F0A6-46D8-8160-F8340DC0FB32}"/>
                  </a:ext>
                </a:extLst>
              </p:cNvPr>
              <p:cNvSpPr/>
              <p:nvPr/>
            </p:nvSpPr>
            <p:spPr>
              <a:xfrm>
                <a:off x="8985188" y="2449279"/>
                <a:ext cx="152400" cy="900000"/>
              </a:xfrm>
              <a:prstGeom prst="rect">
                <a:avLst/>
              </a:prstGeom>
              <a:solidFill>
                <a:srgbClr val="00FE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6" name="مربع نص 45">
              <a:extLst>
                <a:ext uri="{FF2B5EF4-FFF2-40B4-BE49-F238E27FC236}">
                  <a16:creationId xmlns:a16="http://schemas.microsoft.com/office/drawing/2014/main" id="{1384DB96-CA90-4904-9E13-C1B0DC78C5A1}"/>
                </a:ext>
              </a:extLst>
            </p:cNvPr>
            <p:cNvSpPr txBox="1"/>
            <p:nvPr/>
          </p:nvSpPr>
          <p:spPr>
            <a:xfrm>
              <a:off x="6570539" y="2529947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15FF2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15FF2B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مربع نص 46">
              <a:extLst>
                <a:ext uri="{FF2B5EF4-FFF2-40B4-BE49-F238E27FC236}">
                  <a16:creationId xmlns:a16="http://schemas.microsoft.com/office/drawing/2014/main" id="{F71CE6A1-6396-44AB-83D4-45D89F5723A4}"/>
                </a:ext>
              </a:extLst>
            </p:cNvPr>
            <p:cNvSpPr txBox="1"/>
            <p:nvPr/>
          </p:nvSpPr>
          <p:spPr>
            <a:xfrm>
              <a:off x="6237634" y="2899279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مربع نص 52">
              <a:extLst>
                <a:ext uri="{FF2B5EF4-FFF2-40B4-BE49-F238E27FC236}">
                  <a16:creationId xmlns:a16="http://schemas.microsoft.com/office/drawing/2014/main" id="{BBC5E814-5E8D-4832-9A5A-C90C9D9D3B3C}"/>
                </a:ext>
              </a:extLst>
            </p:cNvPr>
            <p:cNvSpPr txBox="1"/>
            <p:nvPr/>
          </p:nvSpPr>
          <p:spPr>
            <a:xfrm>
              <a:off x="4693181" y="2714613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04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8" name="رسم 57" descr="الهدف">
              <a:extLst>
                <a:ext uri="{FF2B5EF4-FFF2-40B4-BE49-F238E27FC236}">
                  <a16:creationId xmlns:a16="http://schemas.microsoft.com/office/drawing/2014/main" id="{9F2801C7-CE9B-4CB2-981B-5F576974E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68407" y="2548723"/>
              <a:ext cx="549272" cy="549272"/>
            </a:xfrm>
            <a:prstGeom prst="rect">
              <a:avLst/>
            </a:prstGeom>
          </p:spPr>
        </p:pic>
      </p:grpSp>
      <p:grpSp>
        <p:nvGrpSpPr>
          <p:cNvPr id="67" name="مجموعة 66">
            <a:extLst>
              <a:ext uri="{FF2B5EF4-FFF2-40B4-BE49-F238E27FC236}">
                <a16:creationId xmlns:a16="http://schemas.microsoft.com/office/drawing/2014/main" id="{72B8EE94-C5AB-4A42-8EEE-AB13274A6164}"/>
              </a:ext>
            </a:extLst>
          </p:cNvPr>
          <p:cNvGrpSpPr/>
          <p:nvPr/>
        </p:nvGrpSpPr>
        <p:grpSpPr>
          <a:xfrm>
            <a:off x="3708456" y="3334762"/>
            <a:ext cx="4708269" cy="900000"/>
            <a:chOff x="3537634" y="3349279"/>
            <a:chExt cx="4708269" cy="900000"/>
          </a:xfrm>
        </p:grpSpPr>
        <p:grpSp>
          <p:nvGrpSpPr>
            <p:cNvPr id="37" name="مجموعة 36">
              <a:extLst>
                <a:ext uri="{FF2B5EF4-FFF2-40B4-BE49-F238E27FC236}">
                  <a16:creationId xmlns:a16="http://schemas.microsoft.com/office/drawing/2014/main" id="{5EA5AE9B-3B7F-4490-AF1A-428A12289A56}"/>
                </a:ext>
              </a:extLst>
            </p:cNvPr>
            <p:cNvGrpSpPr/>
            <p:nvPr/>
          </p:nvGrpSpPr>
          <p:grpSpPr>
            <a:xfrm>
              <a:off x="3537634" y="3349279"/>
              <a:ext cx="4708269" cy="900000"/>
              <a:chOff x="3537634" y="3349279"/>
              <a:chExt cx="4708269" cy="900000"/>
            </a:xfrm>
          </p:grpSpPr>
          <p:sp>
            <p:nvSpPr>
              <p:cNvPr id="19" name="مستطيل 18">
                <a:extLst>
                  <a:ext uri="{FF2B5EF4-FFF2-40B4-BE49-F238E27FC236}">
                    <a16:creationId xmlns:a16="http://schemas.microsoft.com/office/drawing/2014/main" id="{7463F95A-B725-4EB3-9519-017906358452}"/>
                  </a:ext>
                </a:extLst>
              </p:cNvPr>
              <p:cNvSpPr/>
              <p:nvPr/>
            </p:nvSpPr>
            <p:spPr>
              <a:xfrm>
                <a:off x="4437634" y="33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شكل حر: شكل 19">
                <a:extLst>
                  <a:ext uri="{FF2B5EF4-FFF2-40B4-BE49-F238E27FC236}">
                    <a16:creationId xmlns:a16="http://schemas.microsoft.com/office/drawing/2014/main" id="{185BA321-7164-4ACD-9331-3E70C3F54623}"/>
                  </a:ext>
                </a:extLst>
              </p:cNvPr>
              <p:cNvSpPr/>
              <p:nvPr/>
            </p:nvSpPr>
            <p:spPr>
              <a:xfrm>
                <a:off x="4437634" y="33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A400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1" name="شكل حر: شكل 20">
                <a:extLst>
                  <a:ext uri="{FF2B5EF4-FFF2-40B4-BE49-F238E27FC236}">
                    <a16:creationId xmlns:a16="http://schemas.microsoft.com/office/drawing/2014/main" id="{3A3C72EC-BD00-4A37-BB87-C24D8C54ED80}"/>
                  </a:ext>
                </a:extLst>
              </p:cNvPr>
              <p:cNvSpPr/>
              <p:nvPr/>
            </p:nvSpPr>
            <p:spPr>
              <a:xfrm flipH="1" flipV="1">
                <a:off x="3537634" y="33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FF03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2" name="مستطيل 21">
                <a:extLst>
                  <a:ext uri="{FF2B5EF4-FFF2-40B4-BE49-F238E27FC236}">
                    <a16:creationId xmlns:a16="http://schemas.microsoft.com/office/drawing/2014/main" id="{E28D8F1C-1FBF-46BE-A24C-358842CE9427}"/>
                  </a:ext>
                </a:extLst>
              </p:cNvPr>
              <p:cNvSpPr/>
              <p:nvPr/>
            </p:nvSpPr>
            <p:spPr>
              <a:xfrm>
                <a:off x="8093503" y="3349279"/>
                <a:ext cx="152400" cy="900000"/>
              </a:xfrm>
              <a:prstGeom prst="rect">
                <a:avLst/>
              </a:prstGeom>
              <a:solidFill>
                <a:srgbClr val="FF03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4" name="مربع نص 43">
              <a:extLst>
                <a:ext uri="{FF2B5EF4-FFF2-40B4-BE49-F238E27FC236}">
                  <a16:creationId xmlns:a16="http://schemas.microsoft.com/office/drawing/2014/main" id="{EEB1E98E-30A5-4A49-8D4A-F93A0E3420CA}"/>
                </a:ext>
              </a:extLst>
            </p:cNvPr>
            <p:cNvSpPr txBox="1"/>
            <p:nvPr/>
          </p:nvSpPr>
          <p:spPr>
            <a:xfrm>
              <a:off x="5664310" y="3423195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A400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A4003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مربع نص 44">
              <a:extLst>
                <a:ext uri="{FF2B5EF4-FFF2-40B4-BE49-F238E27FC236}">
                  <a16:creationId xmlns:a16="http://schemas.microsoft.com/office/drawing/2014/main" id="{74059A07-D958-4C01-9568-DFE2FCE9164F}"/>
                </a:ext>
              </a:extLst>
            </p:cNvPr>
            <p:cNvSpPr txBox="1"/>
            <p:nvPr/>
          </p:nvSpPr>
          <p:spPr>
            <a:xfrm>
              <a:off x="5331405" y="3792527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مربع نص 51">
              <a:extLst>
                <a:ext uri="{FF2B5EF4-FFF2-40B4-BE49-F238E27FC236}">
                  <a16:creationId xmlns:a16="http://schemas.microsoft.com/office/drawing/2014/main" id="{13A88245-B934-481B-8F31-73EF191A8E11}"/>
                </a:ext>
              </a:extLst>
            </p:cNvPr>
            <p:cNvSpPr txBox="1"/>
            <p:nvPr/>
          </p:nvSpPr>
          <p:spPr>
            <a:xfrm>
              <a:off x="3798420" y="3611464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03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0" name="رسم 59" descr="مخطط متداخل">
              <a:extLst>
                <a:ext uri="{FF2B5EF4-FFF2-40B4-BE49-F238E27FC236}">
                  <a16:creationId xmlns:a16="http://schemas.microsoft.com/office/drawing/2014/main" id="{D72AA6A5-AF3B-43AB-92D5-099E3F8EB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49637" y="3443975"/>
              <a:ext cx="549272" cy="549272"/>
            </a:xfrm>
            <a:prstGeom prst="rect">
              <a:avLst/>
            </a:prstGeom>
          </p:spPr>
        </p:pic>
      </p:grpSp>
      <p:grpSp>
        <p:nvGrpSpPr>
          <p:cNvPr id="68" name="مجموعة 67">
            <a:extLst>
              <a:ext uri="{FF2B5EF4-FFF2-40B4-BE49-F238E27FC236}">
                <a16:creationId xmlns:a16="http://schemas.microsoft.com/office/drawing/2014/main" id="{B0E4DBCA-CC94-4615-AACC-AFD5C50E11A0}"/>
              </a:ext>
            </a:extLst>
          </p:cNvPr>
          <p:cNvGrpSpPr/>
          <p:nvPr/>
        </p:nvGrpSpPr>
        <p:grpSpPr>
          <a:xfrm>
            <a:off x="2800141" y="4234762"/>
            <a:ext cx="4708269" cy="900000"/>
            <a:chOff x="2629319" y="4249279"/>
            <a:chExt cx="4708269" cy="900000"/>
          </a:xfrm>
        </p:grpSpPr>
        <p:grpSp>
          <p:nvGrpSpPr>
            <p:cNvPr id="38" name="مجموعة 37">
              <a:extLst>
                <a:ext uri="{FF2B5EF4-FFF2-40B4-BE49-F238E27FC236}">
                  <a16:creationId xmlns:a16="http://schemas.microsoft.com/office/drawing/2014/main" id="{76A9A230-ED10-43FB-9255-87E98E25AC0D}"/>
                </a:ext>
              </a:extLst>
            </p:cNvPr>
            <p:cNvGrpSpPr/>
            <p:nvPr/>
          </p:nvGrpSpPr>
          <p:grpSpPr>
            <a:xfrm>
              <a:off x="2629319" y="4249279"/>
              <a:ext cx="4708269" cy="900000"/>
              <a:chOff x="2629319" y="4249279"/>
              <a:chExt cx="4708269" cy="900000"/>
            </a:xfrm>
          </p:grpSpPr>
          <p:sp>
            <p:nvSpPr>
              <p:cNvPr id="14" name="مستطيل 13">
                <a:extLst>
                  <a:ext uri="{FF2B5EF4-FFF2-40B4-BE49-F238E27FC236}">
                    <a16:creationId xmlns:a16="http://schemas.microsoft.com/office/drawing/2014/main" id="{ACFDC88F-88BC-4064-A868-7136E5136660}"/>
                  </a:ext>
                </a:extLst>
              </p:cNvPr>
              <p:cNvSpPr/>
              <p:nvPr/>
            </p:nvSpPr>
            <p:spPr>
              <a:xfrm>
                <a:off x="3529319" y="42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شكل حر: شكل 14">
                <a:extLst>
                  <a:ext uri="{FF2B5EF4-FFF2-40B4-BE49-F238E27FC236}">
                    <a16:creationId xmlns:a16="http://schemas.microsoft.com/office/drawing/2014/main" id="{6E725074-5A92-440D-909F-B34840918514}"/>
                  </a:ext>
                </a:extLst>
              </p:cNvPr>
              <p:cNvSpPr/>
              <p:nvPr/>
            </p:nvSpPr>
            <p:spPr>
              <a:xfrm>
                <a:off x="3529319" y="42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E2A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6" name="شكل حر: شكل 15">
                <a:extLst>
                  <a:ext uri="{FF2B5EF4-FFF2-40B4-BE49-F238E27FC236}">
                    <a16:creationId xmlns:a16="http://schemas.microsoft.com/office/drawing/2014/main" id="{6E2E405F-D414-4A76-837D-306ADD25771D}"/>
                  </a:ext>
                </a:extLst>
              </p:cNvPr>
              <p:cNvSpPr/>
              <p:nvPr/>
            </p:nvSpPr>
            <p:spPr>
              <a:xfrm flipH="1" flipV="1">
                <a:off x="2629319" y="42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FFBF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7" name="مستطيل 16">
                <a:extLst>
                  <a:ext uri="{FF2B5EF4-FFF2-40B4-BE49-F238E27FC236}">
                    <a16:creationId xmlns:a16="http://schemas.microsoft.com/office/drawing/2014/main" id="{CBA0F190-2F94-42F1-826F-F8AF67866AE2}"/>
                  </a:ext>
                </a:extLst>
              </p:cNvPr>
              <p:cNvSpPr/>
              <p:nvPr/>
            </p:nvSpPr>
            <p:spPr>
              <a:xfrm>
                <a:off x="7185188" y="4249279"/>
                <a:ext cx="152400" cy="900000"/>
              </a:xfrm>
              <a:prstGeom prst="rect">
                <a:avLst/>
              </a:prstGeom>
              <a:solidFill>
                <a:srgbClr val="FFBF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2" name="مربع نص 41">
              <a:extLst>
                <a:ext uri="{FF2B5EF4-FFF2-40B4-BE49-F238E27FC236}">
                  <a16:creationId xmlns:a16="http://schemas.microsoft.com/office/drawing/2014/main" id="{C292B044-3BF4-4220-A4E5-B41E70F32E06}"/>
                </a:ext>
              </a:extLst>
            </p:cNvPr>
            <p:cNvSpPr txBox="1"/>
            <p:nvPr/>
          </p:nvSpPr>
          <p:spPr>
            <a:xfrm>
              <a:off x="4698014" y="4358643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E2A1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E2A1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مربع نص 42">
              <a:extLst>
                <a:ext uri="{FF2B5EF4-FFF2-40B4-BE49-F238E27FC236}">
                  <a16:creationId xmlns:a16="http://schemas.microsoft.com/office/drawing/2014/main" id="{CBF7F509-5774-450B-A47C-FE5CEFF4C039}"/>
                </a:ext>
              </a:extLst>
            </p:cNvPr>
            <p:cNvSpPr txBox="1"/>
            <p:nvPr/>
          </p:nvSpPr>
          <p:spPr>
            <a:xfrm>
              <a:off x="4365109" y="4727975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مربع نص 50">
              <a:extLst>
                <a:ext uri="{FF2B5EF4-FFF2-40B4-BE49-F238E27FC236}">
                  <a16:creationId xmlns:a16="http://schemas.microsoft.com/office/drawing/2014/main" id="{87528ADE-819A-4BE9-B00D-B2EB4CE6ECD9}"/>
                </a:ext>
              </a:extLst>
            </p:cNvPr>
            <p:cNvSpPr txBox="1"/>
            <p:nvPr/>
          </p:nvSpPr>
          <p:spPr>
            <a:xfrm>
              <a:off x="2990466" y="4543309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02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2" name="رسم 61" descr="مخطط دائري">
              <a:extLst>
                <a:ext uri="{FF2B5EF4-FFF2-40B4-BE49-F238E27FC236}">
                  <a16:creationId xmlns:a16="http://schemas.microsoft.com/office/drawing/2014/main" id="{61DD0C9D-A25E-4BE3-A7BD-4FE9336CD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629455" y="4380053"/>
              <a:ext cx="549272" cy="549272"/>
            </a:xfrm>
            <a:prstGeom prst="rect">
              <a:avLst/>
            </a:prstGeom>
          </p:spPr>
        </p:pic>
      </p:grpSp>
      <p:grpSp>
        <p:nvGrpSpPr>
          <p:cNvPr id="69" name="مجموعة 68">
            <a:extLst>
              <a:ext uri="{FF2B5EF4-FFF2-40B4-BE49-F238E27FC236}">
                <a16:creationId xmlns:a16="http://schemas.microsoft.com/office/drawing/2014/main" id="{78EA675B-3B63-484C-A03B-ADC5821231E1}"/>
              </a:ext>
            </a:extLst>
          </p:cNvPr>
          <p:cNvGrpSpPr/>
          <p:nvPr/>
        </p:nvGrpSpPr>
        <p:grpSpPr>
          <a:xfrm>
            <a:off x="1942008" y="5134762"/>
            <a:ext cx="4708269" cy="900000"/>
            <a:chOff x="1771186" y="5149279"/>
            <a:chExt cx="4708269" cy="900000"/>
          </a:xfrm>
        </p:grpSpPr>
        <p:grpSp>
          <p:nvGrpSpPr>
            <p:cNvPr id="39" name="مجموعة 38">
              <a:extLst>
                <a:ext uri="{FF2B5EF4-FFF2-40B4-BE49-F238E27FC236}">
                  <a16:creationId xmlns:a16="http://schemas.microsoft.com/office/drawing/2014/main" id="{95843429-C794-46D8-ACF9-36B0425F468D}"/>
                </a:ext>
              </a:extLst>
            </p:cNvPr>
            <p:cNvGrpSpPr/>
            <p:nvPr/>
          </p:nvGrpSpPr>
          <p:grpSpPr>
            <a:xfrm>
              <a:off x="1771186" y="5149279"/>
              <a:ext cx="4708269" cy="900000"/>
              <a:chOff x="1771186" y="5149279"/>
              <a:chExt cx="4708269" cy="900000"/>
            </a:xfrm>
          </p:grpSpPr>
          <p:sp>
            <p:nvSpPr>
              <p:cNvPr id="6" name="مستطيل 5">
                <a:extLst>
                  <a:ext uri="{FF2B5EF4-FFF2-40B4-BE49-F238E27FC236}">
                    <a16:creationId xmlns:a16="http://schemas.microsoft.com/office/drawing/2014/main" id="{436F0F28-5D9B-464B-A545-25D75BAB4C1C}"/>
                  </a:ext>
                </a:extLst>
              </p:cNvPr>
              <p:cNvSpPr/>
              <p:nvPr/>
            </p:nvSpPr>
            <p:spPr>
              <a:xfrm>
                <a:off x="2671186" y="51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شكل حر: شكل 6">
                <a:extLst>
                  <a:ext uri="{FF2B5EF4-FFF2-40B4-BE49-F238E27FC236}">
                    <a16:creationId xmlns:a16="http://schemas.microsoft.com/office/drawing/2014/main" id="{E78F11D8-CBBE-46F3-959E-00C105DA5FC9}"/>
                  </a:ext>
                </a:extLst>
              </p:cNvPr>
              <p:cNvSpPr/>
              <p:nvPr/>
            </p:nvSpPr>
            <p:spPr>
              <a:xfrm>
                <a:off x="2671186" y="51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B400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8" name="شكل حر: شكل 7">
                <a:extLst>
                  <a:ext uri="{FF2B5EF4-FFF2-40B4-BE49-F238E27FC236}">
                    <a16:creationId xmlns:a16="http://schemas.microsoft.com/office/drawing/2014/main" id="{49C8E1B3-1FE0-4135-B9E8-C33E5D891BA0}"/>
                  </a:ext>
                </a:extLst>
              </p:cNvPr>
              <p:cNvSpPr/>
              <p:nvPr/>
            </p:nvSpPr>
            <p:spPr>
              <a:xfrm flipH="1" flipV="1">
                <a:off x="1771186" y="51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FF1C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9" name="مستطيل 8">
                <a:extLst>
                  <a:ext uri="{FF2B5EF4-FFF2-40B4-BE49-F238E27FC236}">
                    <a16:creationId xmlns:a16="http://schemas.microsoft.com/office/drawing/2014/main" id="{BD295841-A5B4-4C35-A703-1F175636CFC7}"/>
                  </a:ext>
                </a:extLst>
              </p:cNvPr>
              <p:cNvSpPr/>
              <p:nvPr/>
            </p:nvSpPr>
            <p:spPr>
              <a:xfrm>
                <a:off x="6327055" y="5149279"/>
                <a:ext cx="152400" cy="900000"/>
              </a:xfrm>
              <a:prstGeom prst="rect">
                <a:avLst/>
              </a:prstGeom>
              <a:solidFill>
                <a:srgbClr val="FF1C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0" name="مربع نص 39">
              <a:extLst>
                <a:ext uri="{FF2B5EF4-FFF2-40B4-BE49-F238E27FC236}">
                  <a16:creationId xmlns:a16="http://schemas.microsoft.com/office/drawing/2014/main" id="{2AF831B1-1D36-4803-8F6C-B42E49C2D95C}"/>
                </a:ext>
              </a:extLst>
            </p:cNvPr>
            <p:cNvSpPr txBox="1"/>
            <p:nvPr/>
          </p:nvSpPr>
          <p:spPr>
            <a:xfrm>
              <a:off x="3904091" y="5201251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B4003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B4003C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مربع نص 40">
              <a:extLst>
                <a:ext uri="{FF2B5EF4-FFF2-40B4-BE49-F238E27FC236}">
                  <a16:creationId xmlns:a16="http://schemas.microsoft.com/office/drawing/2014/main" id="{D268861F-EF60-4FC9-A0EA-D14039D4883A}"/>
                </a:ext>
              </a:extLst>
            </p:cNvPr>
            <p:cNvSpPr txBox="1"/>
            <p:nvPr/>
          </p:nvSpPr>
          <p:spPr>
            <a:xfrm>
              <a:off x="3571186" y="5570583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مربع نص 49">
              <a:extLst>
                <a:ext uri="{FF2B5EF4-FFF2-40B4-BE49-F238E27FC236}">
                  <a16:creationId xmlns:a16="http://schemas.microsoft.com/office/drawing/2014/main" id="{8E081360-75B7-455D-9F3C-158CC331404B}"/>
                </a:ext>
              </a:extLst>
            </p:cNvPr>
            <p:cNvSpPr txBox="1"/>
            <p:nvPr/>
          </p:nvSpPr>
          <p:spPr>
            <a:xfrm>
              <a:off x="2077023" y="5385917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01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4" name="رسم 63" descr="الكرة الأرضية">
              <a:extLst>
                <a:ext uri="{FF2B5EF4-FFF2-40B4-BE49-F238E27FC236}">
                  <a16:creationId xmlns:a16="http://schemas.microsoft.com/office/drawing/2014/main" id="{BEE52BAC-8A43-4D81-A087-742A4721A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711454" y="5293584"/>
              <a:ext cx="549272" cy="549272"/>
            </a:xfrm>
            <a:prstGeom prst="rect">
              <a:avLst/>
            </a:prstGeom>
          </p:spPr>
        </p:pic>
      </p:grpSp>
      <p:sp>
        <p:nvSpPr>
          <p:cNvPr id="70" name="مربع نص 69">
            <a:extLst>
              <a:ext uri="{FF2B5EF4-FFF2-40B4-BE49-F238E27FC236}">
                <a16:creationId xmlns:a16="http://schemas.microsoft.com/office/drawing/2014/main" id="{7D1F57C1-0908-4C83-B146-543D385BD43D}"/>
              </a:ext>
            </a:extLst>
          </p:cNvPr>
          <p:cNvSpPr txBox="1"/>
          <p:nvPr/>
        </p:nvSpPr>
        <p:spPr>
          <a:xfrm>
            <a:off x="2644116" y="317049"/>
            <a:ext cx="7660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MA" sz="4000" b="1" dirty="0">
                <a:solidFill>
                  <a:srgbClr val="A40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تصميم انفوجرافيك متحرك بخمس عناصر</a:t>
            </a:r>
            <a:endParaRPr lang="fr-FR" sz="4000" b="1" dirty="0">
              <a:solidFill>
                <a:srgbClr val="A400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4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A43441-28E0-47FE-99B5-F0024DD5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0" y="0"/>
            <a:ext cx="1062384" cy="1839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734E47-0619-4AC4-93B0-6E031AD2E32A}"/>
              </a:ext>
            </a:extLst>
          </p:cNvPr>
          <p:cNvSpPr txBox="1"/>
          <p:nvPr/>
        </p:nvSpPr>
        <p:spPr>
          <a:xfrm>
            <a:off x="6096000" y="700865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28A56-6A02-4DA4-BFDC-9F2882EBB82D}"/>
              </a:ext>
            </a:extLst>
          </p:cNvPr>
          <p:cNvSpPr txBox="1"/>
          <p:nvPr/>
        </p:nvSpPr>
        <p:spPr>
          <a:xfrm>
            <a:off x="6096000" y="1549347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41C94-775C-46ED-86E7-7D0E8F0CAAF9}"/>
              </a:ext>
            </a:extLst>
          </p:cNvPr>
          <p:cNvSpPr txBox="1"/>
          <p:nvPr/>
        </p:nvSpPr>
        <p:spPr>
          <a:xfrm>
            <a:off x="6096000" y="2617657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004F3-270A-41BE-9D89-DCB7DC8C6BC7}"/>
              </a:ext>
            </a:extLst>
          </p:cNvPr>
          <p:cNvSpPr txBox="1"/>
          <p:nvPr/>
        </p:nvSpPr>
        <p:spPr>
          <a:xfrm>
            <a:off x="6096000" y="3888165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85285-BF27-4994-8CA8-2AD5724F1FCC}"/>
              </a:ext>
            </a:extLst>
          </p:cNvPr>
          <p:cNvSpPr txBox="1"/>
          <p:nvPr/>
        </p:nvSpPr>
        <p:spPr>
          <a:xfrm>
            <a:off x="6096000" y="4926636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E758B-6135-4AC4-A8FD-AA10D33167E1}"/>
              </a:ext>
            </a:extLst>
          </p:cNvPr>
          <p:cNvSpPr txBox="1"/>
          <p:nvPr/>
        </p:nvSpPr>
        <p:spPr>
          <a:xfrm>
            <a:off x="3986261" y="2005794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73B4C"/>
                </a:solidFill>
                <a:latin typeface="Anton" panose="00000500000000000000" pitchFamily="2" charset="0"/>
              </a:rPr>
              <a:t>01</a:t>
            </a:r>
            <a:endParaRPr lang="en-US" sz="2000" spc="300" dirty="0">
              <a:solidFill>
                <a:srgbClr val="073B4C"/>
              </a:solidFill>
              <a:latin typeface="Anton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3649DC-4DDE-422C-8578-DEE906F4DBD2}"/>
              </a:ext>
            </a:extLst>
          </p:cNvPr>
          <p:cNvSpPr txBox="1"/>
          <p:nvPr/>
        </p:nvSpPr>
        <p:spPr>
          <a:xfrm>
            <a:off x="3986261" y="2409057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118AB2"/>
                </a:solidFill>
                <a:latin typeface="Anton" panose="00000500000000000000" pitchFamily="2" charset="0"/>
              </a:rPr>
              <a:t>02</a:t>
            </a:r>
            <a:endParaRPr lang="en-US" sz="2000" spc="300" dirty="0">
              <a:solidFill>
                <a:srgbClr val="118AB2"/>
              </a:solidFill>
              <a:latin typeface="Anton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9D97F-104D-4CEC-97CE-FEB97A1A2A10}"/>
              </a:ext>
            </a:extLst>
          </p:cNvPr>
          <p:cNvSpPr txBox="1"/>
          <p:nvPr/>
        </p:nvSpPr>
        <p:spPr>
          <a:xfrm>
            <a:off x="3986261" y="2768723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6D6A0"/>
                </a:solidFill>
                <a:latin typeface="Anton" panose="00000500000000000000" pitchFamily="2" charset="0"/>
              </a:rPr>
              <a:t>03</a:t>
            </a:r>
            <a:endParaRPr lang="en-US" sz="2000" spc="300" dirty="0">
              <a:solidFill>
                <a:srgbClr val="06D6A0"/>
              </a:solidFill>
              <a:latin typeface="Anton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5171E-65BD-4E74-95F6-CBDD21A59E11}"/>
              </a:ext>
            </a:extLst>
          </p:cNvPr>
          <p:cNvSpPr txBox="1"/>
          <p:nvPr/>
        </p:nvSpPr>
        <p:spPr>
          <a:xfrm>
            <a:off x="3986261" y="3128389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FFD166"/>
                </a:solidFill>
                <a:latin typeface="Anton" panose="00000500000000000000" pitchFamily="2" charset="0"/>
              </a:rPr>
              <a:t>04</a:t>
            </a:r>
            <a:endParaRPr lang="en-US" sz="2000" spc="300" dirty="0">
              <a:solidFill>
                <a:srgbClr val="FFD166"/>
              </a:solidFill>
              <a:latin typeface="Anton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5B6007-FF39-4945-ABF9-B5EF7102589E}"/>
              </a:ext>
            </a:extLst>
          </p:cNvPr>
          <p:cNvSpPr txBox="1"/>
          <p:nvPr/>
        </p:nvSpPr>
        <p:spPr>
          <a:xfrm>
            <a:off x="3986261" y="3488055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EF476F"/>
                </a:solidFill>
                <a:latin typeface="Anton" panose="00000500000000000000" pitchFamily="2" charset="0"/>
              </a:rPr>
              <a:t>05</a:t>
            </a:r>
            <a:endParaRPr lang="en-US" sz="2000" spc="300" dirty="0">
              <a:solidFill>
                <a:srgbClr val="EF476F"/>
              </a:solidFill>
              <a:latin typeface="Anton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42D65-3678-4357-B601-629C1B87D6FA}"/>
              </a:ext>
            </a:extLst>
          </p:cNvPr>
          <p:cNvSpPr txBox="1"/>
          <p:nvPr/>
        </p:nvSpPr>
        <p:spPr>
          <a:xfrm>
            <a:off x="155252" y="4299816"/>
            <a:ext cx="52067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5 Step 3D Cylinder Shape Infographic</a:t>
            </a:r>
          </a:p>
        </p:txBody>
      </p:sp>
    </p:spTree>
    <p:extLst>
      <p:ext uri="{BB962C8B-B14F-4D97-AF65-F5344CB8AC3E}">
        <p14:creationId xmlns:p14="http://schemas.microsoft.com/office/powerpoint/2010/main" val="388201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54">
            <a:extLst>
              <a:ext uri="{FF2B5EF4-FFF2-40B4-BE49-F238E27FC236}">
                <a16:creationId xmlns:a16="http://schemas.microsoft.com/office/drawing/2014/main" id="{7A2D059B-39FD-4551-8C7D-4036959FE397}"/>
              </a:ext>
            </a:extLst>
          </p:cNvPr>
          <p:cNvSpPr txBox="1"/>
          <p:nvPr/>
        </p:nvSpPr>
        <p:spPr>
          <a:xfrm rot="19173824">
            <a:off x="3304028" y="2073478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73B4C"/>
                </a:solidFill>
                <a:latin typeface="Anton" panose="00000500000000000000" pitchFamily="2" charset="0"/>
              </a:rPr>
              <a:t>01</a:t>
            </a:r>
            <a:endParaRPr lang="en-US" sz="2000" spc="300" dirty="0">
              <a:solidFill>
                <a:srgbClr val="073B4C"/>
              </a:solidFill>
              <a:latin typeface="Anton" panose="0000050000000000000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DAE934D-A4CC-4508-88C8-363BBA57DC5A}"/>
              </a:ext>
            </a:extLst>
          </p:cNvPr>
          <p:cNvSpPr txBox="1"/>
          <p:nvPr/>
        </p:nvSpPr>
        <p:spPr>
          <a:xfrm rot="20409358">
            <a:off x="3733524" y="2832892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118AB2"/>
                </a:solidFill>
                <a:latin typeface="Anton" panose="00000500000000000000" pitchFamily="2" charset="0"/>
              </a:rPr>
              <a:t>02</a:t>
            </a:r>
            <a:endParaRPr lang="en-US" sz="2000" spc="300" dirty="0">
              <a:solidFill>
                <a:srgbClr val="118AB2"/>
              </a:solidFill>
              <a:latin typeface="Anton" panose="00000500000000000000" pitchFamily="2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E399A05-12DD-45B8-92DD-A8973248FB7A}"/>
              </a:ext>
            </a:extLst>
          </p:cNvPr>
          <p:cNvSpPr txBox="1"/>
          <p:nvPr/>
        </p:nvSpPr>
        <p:spPr>
          <a:xfrm>
            <a:off x="3908292" y="3708324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6D6A0"/>
                </a:solidFill>
                <a:latin typeface="Anton" panose="00000500000000000000" pitchFamily="2" charset="0"/>
              </a:rPr>
              <a:t>03</a:t>
            </a:r>
            <a:endParaRPr lang="en-US" sz="2000" spc="300" dirty="0">
              <a:solidFill>
                <a:srgbClr val="06D6A0"/>
              </a:solidFill>
              <a:latin typeface="Anton" panose="00000500000000000000" pitchFamily="2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EB3CE02-AF66-4397-95B9-F8C48CD9792E}"/>
              </a:ext>
            </a:extLst>
          </p:cNvPr>
          <p:cNvSpPr txBox="1"/>
          <p:nvPr/>
        </p:nvSpPr>
        <p:spPr>
          <a:xfrm rot="962716">
            <a:off x="3693611" y="4653891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FFD166"/>
                </a:solidFill>
                <a:latin typeface="Anton" panose="00000500000000000000" pitchFamily="2" charset="0"/>
              </a:rPr>
              <a:t>04</a:t>
            </a:r>
            <a:endParaRPr lang="en-US" sz="2000" spc="300" dirty="0">
              <a:solidFill>
                <a:srgbClr val="FFD166"/>
              </a:solidFill>
              <a:latin typeface="Anton" panose="0000050000000000000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0BC8AFE-B9EE-43FB-8E14-1FF8DEBBC293}"/>
              </a:ext>
            </a:extLst>
          </p:cNvPr>
          <p:cNvSpPr txBox="1"/>
          <p:nvPr/>
        </p:nvSpPr>
        <p:spPr>
          <a:xfrm rot="2317436">
            <a:off x="3084625" y="5387604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EF476F"/>
                </a:solidFill>
                <a:latin typeface="Anton" panose="00000500000000000000" pitchFamily="2" charset="0"/>
              </a:rPr>
              <a:t>05</a:t>
            </a:r>
            <a:endParaRPr lang="en-US" sz="2000" spc="300" dirty="0">
              <a:solidFill>
                <a:srgbClr val="EF476F"/>
              </a:solidFill>
              <a:latin typeface="Anton" panose="00000500000000000000" pitchFamily="2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D39B147-EF9A-42C4-B36B-3BFB160EAC3B}"/>
              </a:ext>
            </a:extLst>
          </p:cNvPr>
          <p:cNvSpPr txBox="1"/>
          <p:nvPr/>
        </p:nvSpPr>
        <p:spPr>
          <a:xfrm>
            <a:off x="5716542" y="667842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7796126-6B80-4DCA-B07B-6AD2B6D6476A}"/>
              </a:ext>
            </a:extLst>
          </p:cNvPr>
          <p:cNvSpPr txBox="1"/>
          <p:nvPr/>
        </p:nvSpPr>
        <p:spPr>
          <a:xfrm>
            <a:off x="6459795" y="1750373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A12BF3D-81E4-44C9-A744-990FA6145303}"/>
              </a:ext>
            </a:extLst>
          </p:cNvPr>
          <p:cNvSpPr txBox="1"/>
          <p:nvPr/>
        </p:nvSpPr>
        <p:spPr>
          <a:xfrm>
            <a:off x="6793151" y="3027323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EB752C5-F149-4148-AF3E-902FA3EB5509}"/>
              </a:ext>
            </a:extLst>
          </p:cNvPr>
          <p:cNvSpPr txBox="1"/>
          <p:nvPr/>
        </p:nvSpPr>
        <p:spPr>
          <a:xfrm>
            <a:off x="6619675" y="4237249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19A3CA2-A222-42A4-9785-7164FE9D26D0}"/>
              </a:ext>
            </a:extLst>
          </p:cNvPr>
          <p:cNvSpPr txBox="1"/>
          <p:nvPr/>
        </p:nvSpPr>
        <p:spPr>
          <a:xfrm>
            <a:off x="6070122" y="5475726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423A3A3-7BF6-432F-BFDB-207F1692FBCA}"/>
              </a:ext>
            </a:extLst>
          </p:cNvPr>
          <p:cNvSpPr txBox="1"/>
          <p:nvPr/>
        </p:nvSpPr>
        <p:spPr>
          <a:xfrm>
            <a:off x="6963027" y="157532"/>
            <a:ext cx="52067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5 Step 3D Cylinder Shape Infographic</a:t>
            </a:r>
          </a:p>
        </p:txBody>
      </p:sp>
    </p:spTree>
    <p:extLst>
      <p:ext uri="{BB962C8B-B14F-4D97-AF65-F5344CB8AC3E}">
        <p14:creationId xmlns:p14="http://schemas.microsoft.com/office/powerpoint/2010/main" val="295075207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46</TotalTime>
  <Words>536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29LT Bukra Bold Italic</vt:lpstr>
      <vt:lpstr>Anton</vt:lpstr>
      <vt:lpstr>Arial</vt:lpstr>
      <vt:lpstr>Calibri</vt:lpstr>
      <vt:lpstr>Century Gothic</vt:lpstr>
      <vt:lpstr>Economica</vt:lpstr>
      <vt:lpstr>Rajdhani bold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Mohamad Amir Dliwati</dc:creator>
  <cp:lastModifiedBy>Mohamad Amir Dliwati</cp:lastModifiedBy>
  <cp:revision>6</cp:revision>
  <dcterms:created xsi:type="dcterms:W3CDTF">2021-06-28T23:35:36Z</dcterms:created>
  <dcterms:modified xsi:type="dcterms:W3CDTF">2021-06-29T17:42:29Z</dcterms:modified>
</cp:coreProperties>
</file>