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0033"/>
    <a:srgbClr val="00960E"/>
    <a:srgbClr val="FF1C65"/>
    <a:srgbClr val="FFBF1C"/>
    <a:srgbClr val="FF0354"/>
    <a:srgbClr val="00FE18"/>
    <a:srgbClr val="0F4DFF"/>
    <a:srgbClr val="E2A100"/>
    <a:srgbClr val="15FF2B"/>
    <a:srgbClr val="002A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BF87AA4-B4C8-45C9-8B72-A011A6BEC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EA90486-8CC9-4F5A-BC39-691394735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fr-FR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19CFE00-A14D-4147-BD64-B97D5383B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14907C2-B3B6-479E-A90A-4339FE2A9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8441B3C-6DB5-491D-9B58-EF070331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268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4171F63-7AD0-4739-BEA7-1B60EFA0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43EB67F-12C1-4BD3-808E-488F6B65E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fr-FR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426EBE3-373F-449B-B535-F0C7796D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0C56D82-10A2-4F2C-A454-3CEE2604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A50460B-CAB2-437D-B9F0-FB1D5BB23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78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E2E3B01-045A-4E62-8117-0A5CB6DA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3C35490-711C-48F0-A571-CCD7FDDF3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C95FF6B-19D6-4934-B89F-F70B64F1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742A099-52A8-4D96-AD2F-A8A6EA83A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346982A-ECD9-4AC0-88EA-E894E0CA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995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6417F1A-0DF3-48B3-AAE6-8C4705C5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367AC46-A7F3-422F-A2C5-11CD968D0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fr-FR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69308A3-E3FA-4D65-9C7C-EE85D67ED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fr-FR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0FC8D6D1-E26B-4530-8FD0-40CA32E5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5094AF12-2A8B-43B4-A0D5-8AD27F20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33255DF-9CEC-45C7-87F7-871754C75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795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9F37EDA-3871-4131-8953-370495A8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1949E48-AD65-4023-8C9C-C5A2251DB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FEA3E37-F5C8-4961-9FF7-190DE0431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fr-FR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1F45EFC8-0D38-40B5-B86A-827955A51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AEE0BCA6-780B-46F5-AC19-61058A006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fr-FR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BAC0A8AB-0D72-4AD8-A3E1-54410FC77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F47331D3-6F67-4570-88C3-0FDD7C048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8C0F4180-F355-4A6A-BDC7-37C379A7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92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2B82185-9D6D-44FC-95D8-E031C21A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3ABF1815-3BD8-4753-B671-C7BA3F4F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03D3A6D-42D6-4A7D-B557-CA348EEF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E236638A-C89A-4A20-9713-6BC7A97D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755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A9817B7-5E64-4E18-8B6A-0529F233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FB2EB67-D897-4ADB-8ECC-DE3EB27C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4F08CD6-4A43-4969-91D4-089A1D98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777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403B0E2-656A-43EE-823E-81F560E03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0E9189C-5FA3-42C9-93E6-2BB8DBD33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fr-FR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005DACA-7CBD-4B69-8818-CE63AE14B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83BD4551-8090-40E6-81FB-0B0C500C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5F3ACC1-6F16-4937-97E8-E0BCAEC0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67611FC-6DA0-489E-9B42-785BE24E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8485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8A79963-71B9-41A0-A871-F99B7E3D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2E5628DC-1FCE-4732-B957-8B4F2A02E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694D9746-3D44-4E86-8902-F5DC7D035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2D44E25-B255-4698-A6A0-A6B5F5D2F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8AC8D83-232C-4C40-8198-E2334A95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D3A6016-1368-433B-9EF6-4BDCAEC2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1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2E2795B-789C-414E-9944-6BED64FE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3604137-44F3-4BBF-96A3-0422BFD27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fr-FR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E3B9AE5-AC81-4EAE-AEC2-BB995F4A0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0C7117A-3200-45E8-BDCC-CAD0C2A1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05D4868-03B5-450F-BF71-2D12CE60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68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5C1074A0-C381-4E28-9AA1-44B9C139F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F0457E9D-5498-41BD-9827-AEE604CF6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fr-FR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B14AD3B-E2FE-4E4F-B08C-4ADAEC75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89B2BB4-7C7C-497C-8540-519B2CEF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C3EE307-4B34-4392-B465-21E66051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6E3D3F67-8453-4BB4-AA32-9B852DFE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fr-FR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9A91C4F-759D-46FE-A3B1-8CE6D93CB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fr-FR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C6A9ED6-A15E-4758-874C-228D52BAE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87032-3E54-4849-8D4F-C357CC0D2725}" type="datetimeFigureOut">
              <a:rPr lang="fr-FR" smtClean="0"/>
              <a:t>08/02/2021</a:t>
            </a:fld>
            <a:endParaRPr lang="fr-FR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66D8702-A8D0-4663-8995-0BBFF6349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663A383-C801-4E84-AC78-543F928C6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5B3A7-1FEE-485F-AAF1-B331B464CF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387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52000">
              <a:schemeClr val="accent2">
                <a:lumMod val="40000"/>
                <a:lumOff val="60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مجموعة 64">
            <a:extLst>
              <a:ext uri="{FF2B5EF4-FFF2-40B4-BE49-F238E27FC236}">
                <a16:creationId xmlns:a16="http://schemas.microsoft.com/office/drawing/2014/main" id="{B413E8EA-E4A4-461B-9350-216E52102DF8}"/>
              </a:ext>
            </a:extLst>
          </p:cNvPr>
          <p:cNvGrpSpPr/>
          <p:nvPr/>
        </p:nvGrpSpPr>
        <p:grpSpPr>
          <a:xfrm>
            <a:off x="5491826" y="1534762"/>
            <a:ext cx="4708269" cy="900000"/>
            <a:chOff x="5321004" y="1549279"/>
            <a:chExt cx="4708269" cy="900000"/>
          </a:xfrm>
        </p:grpSpPr>
        <p:grpSp>
          <p:nvGrpSpPr>
            <p:cNvPr id="35" name="مجموعة 34">
              <a:extLst>
                <a:ext uri="{FF2B5EF4-FFF2-40B4-BE49-F238E27FC236}">
                  <a16:creationId xmlns:a16="http://schemas.microsoft.com/office/drawing/2014/main" id="{3FC0E297-278C-469D-938E-ACF0A78FD96D}"/>
                </a:ext>
              </a:extLst>
            </p:cNvPr>
            <p:cNvGrpSpPr/>
            <p:nvPr/>
          </p:nvGrpSpPr>
          <p:grpSpPr>
            <a:xfrm>
              <a:off x="5321004" y="1549279"/>
              <a:ext cx="4708269" cy="900000"/>
              <a:chOff x="5321004" y="1549279"/>
              <a:chExt cx="4708269" cy="900000"/>
            </a:xfrm>
          </p:grpSpPr>
          <p:sp>
            <p:nvSpPr>
              <p:cNvPr id="29" name="مستطيل 28">
                <a:extLst>
                  <a:ext uri="{FF2B5EF4-FFF2-40B4-BE49-F238E27FC236}">
                    <a16:creationId xmlns:a16="http://schemas.microsoft.com/office/drawing/2014/main" id="{9BDF1C20-AF27-4D6D-9240-B31E5CD447BC}"/>
                  </a:ext>
                </a:extLst>
              </p:cNvPr>
              <p:cNvSpPr/>
              <p:nvPr/>
            </p:nvSpPr>
            <p:spPr>
              <a:xfrm>
                <a:off x="6221004" y="15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شكل حر: شكل 29">
                <a:extLst>
                  <a:ext uri="{FF2B5EF4-FFF2-40B4-BE49-F238E27FC236}">
                    <a16:creationId xmlns:a16="http://schemas.microsoft.com/office/drawing/2014/main" id="{7EC7A66B-BEC6-4733-AEAC-5A19C940E710}"/>
                  </a:ext>
                </a:extLst>
              </p:cNvPr>
              <p:cNvSpPr/>
              <p:nvPr/>
            </p:nvSpPr>
            <p:spPr>
              <a:xfrm>
                <a:off x="6221004" y="15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002A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31" name="شكل حر: شكل 30">
                <a:extLst>
                  <a:ext uri="{FF2B5EF4-FFF2-40B4-BE49-F238E27FC236}">
                    <a16:creationId xmlns:a16="http://schemas.microsoft.com/office/drawing/2014/main" id="{FE31C76D-1537-412B-82A3-157F430935E9}"/>
                  </a:ext>
                </a:extLst>
              </p:cNvPr>
              <p:cNvSpPr/>
              <p:nvPr/>
            </p:nvSpPr>
            <p:spPr>
              <a:xfrm flipH="1" flipV="1">
                <a:off x="5321004" y="15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0F4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32" name="مستطيل 31">
                <a:extLst>
                  <a:ext uri="{FF2B5EF4-FFF2-40B4-BE49-F238E27FC236}">
                    <a16:creationId xmlns:a16="http://schemas.microsoft.com/office/drawing/2014/main" id="{BBB0FBF9-762D-4E54-AC91-060DA38460BF}"/>
                  </a:ext>
                </a:extLst>
              </p:cNvPr>
              <p:cNvSpPr/>
              <p:nvPr/>
            </p:nvSpPr>
            <p:spPr>
              <a:xfrm>
                <a:off x="9876873" y="1549279"/>
                <a:ext cx="152400" cy="900000"/>
              </a:xfrm>
              <a:prstGeom prst="rect">
                <a:avLst/>
              </a:prstGeom>
              <a:solidFill>
                <a:srgbClr val="0F4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8" name="مربع نص 47">
              <a:extLst>
                <a:ext uri="{FF2B5EF4-FFF2-40B4-BE49-F238E27FC236}">
                  <a16:creationId xmlns:a16="http://schemas.microsoft.com/office/drawing/2014/main" id="{D6DD69DF-6FA5-446F-8B1C-6F0317831ACE}"/>
                </a:ext>
              </a:extLst>
            </p:cNvPr>
            <p:cNvSpPr txBox="1"/>
            <p:nvPr/>
          </p:nvSpPr>
          <p:spPr>
            <a:xfrm>
              <a:off x="7476768" y="1636699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002AA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002AA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مربع نص 48">
              <a:extLst>
                <a:ext uri="{FF2B5EF4-FFF2-40B4-BE49-F238E27FC236}">
                  <a16:creationId xmlns:a16="http://schemas.microsoft.com/office/drawing/2014/main" id="{8F33BC2B-B2B4-42A4-AF31-D442837224A2}"/>
                </a:ext>
              </a:extLst>
            </p:cNvPr>
            <p:cNvSpPr txBox="1"/>
            <p:nvPr/>
          </p:nvSpPr>
          <p:spPr>
            <a:xfrm>
              <a:off x="7143863" y="2006031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مربع نص 53">
              <a:extLst>
                <a:ext uri="{FF2B5EF4-FFF2-40B4-BE49-F238E27FC236}">
                  <a16:creationId xmlns:a16="http://schemas.microsoft.com/office/drawing/2014/main" id="{392B5273-6CEA-4631-B1AE-9622783B9178}"/>
                </a:ext>
              </a:extLst>
            </p:cNvPr>
            <p:cNvSpPr txBox="1"/>
            <p:nvPr/>
          </p:nvSpPr>
          <p:spPr>
            <a:xfrm>
              <a:off x="5550136" y="1775198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05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6" name="رسم 55" descr="مركز الهدف">
              <a:extLst>
                <a:ext uri="{FF2B5EF4-FFF2-40B4-BE49-F238E27FC236}">
                  <a16:creationId xmlns:a16="http://schemas.microsoft.com/office/drawing/2014/main" id="{556C6D45-878C-4288-A173-8B6DE43B1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03391" y="1649232"/>
              <a:ext cx="549272" cy="549272"/>
            </a:xfrm>
            <a:prstGeom prst="rect">
              <a:avLst/>
            </a:prstGeom>
          </p:spPr>
        </p:pic>
      </p:grpSp>
      <p:grpSp>
        <p:nvGrpSpPr>
          <p:cNvPr id="66" name="مجموعة 65">
            <a:extLst>
              <a:ext uri="{FF2B5EF4-FFF2-40B4-BE49-F238E27FC236}">
                <a16:creationId xmlns:a16="http://schemas.microsoft.com/office/drawing/2014/main" id="{EC16DAAE-0615-482A-A125-17A2BC0F876B}"/>
              </a:ext>
            </a:extLst>
          </p:cNvPr>
          <p:cNvGrpSpPr/>
          <p:nvPr/>
        </p:nvGrpSpPr>
        <p:grpSpPr>
          <a:xfrm>
            <a:off x="4600141" y="2434762"/>
            <a:ext cx="4708269" cy="900000"/>
            <a:chOff x="4429319" y="2449279"/>
            <a:chExt cx="4708269" cy="900000"/>
          </a:xfrm>
        </p:grpSpPr>
        <p:grpSp>
          <p:nvGrpSpPr>
            <p:cNvPr id="36" name="مجموعة 35">
              <a:extLst>
                <a:ext uri="{FF2B5EF4-FFF2-40B4-BE49-F238E27FC236}">
                  <a16:creationId xmlns:a16="http://schemas.microsoft.com/office/drawing/2014/main" id="{0352C2C7-B030-44D4-A583-F25F0D9BD50A}"/>
                </a:ext>
              </a:extLst>
            </p:cNvPr>
            <p:cNvGrpSpPr/>
            <p:nvPr/>
          </p:nvGrpSpPr>
          <p:grpSpPr>
            <a:xfrm>
              <a:off x="4429319" y="2449279"/>
              <a:ext cx="4708269" cy="900000"/>
              <a:chOff x="4429319" y="2449279"/>
              <a:chExt cx="4708269" cy="900000"/>
            </a:xfrm>
          </p:grpSpPr>
          <p:sp>
            <p:nvSpPr>
              <p:cNvPr id="24" name="مستطيل 23">
                <a:extLst>
                  <a:ext uri="{FF2B5EF4-FFF2-40B4-BE49-F238E27FC236}">
                    <a16:creationId xmlns:a16="http://schemas.microsoft.com/office/drawing/2014/main" id="{3D80DADE-AAD8-4890-BB54-F5615047BA08}"/>
                  </a:ext>
                </a:extLst>
              </p:cNvPr>
              <p:cNvSpPr/>
              <p:nvPr/>
            </p:nvSpPr>
            <p:spPr>
              <a:xfrm>
                <a:off x="5329319" y="24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شكل حر: شكل 24">
                <a:extLst>
                  <a:ext uri="{FF2B5EF4-FFF2-40B4-BE49-F238E27FC236}">
                    <a16:creationId xmlns:a16="http://schemas.microsoft.com/office/drawing/2014/main" id="{F7202CD1-0392-4392-BCCA-2737482A8015}"/>
                  </a:ext>
                </a:extLst>
              </p:cNvPr>
              <p:cNvSpPr/>
              <p:nvPr/>
            </p:nvSpPr>
            <p:spPr>
              <a:xfrm>
                <a:off x="5329319" y="24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00960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6" name="شكل حر: شكل 25">
                <a:extLst>
                  <a:ext uri="{FF2B5EF4-FFF2-40B4-BE49-F238E27FC236}">
                    <a16:creationId xmlns:a16="http://schemas.microsoft.com/office/drawing/2014/main" id="{6738C63F-A9A0-4DCC-AAEE-50FFE0EA1AEC}"/>
                  </a:ext>
                </a:extLst>
              </p:cNvPr>
              <p:cNvSpPr/>
              <p:nvPr/>
            </p:nvSpPr>
            <p:spPr>
              <a:xfrm flipH="1" flipV="1">
                <a:off x="4429319" y="24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00FE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7" name="مستطيل 26">
                <a:extLst>
                  <a:ext uri="{FF2B5EF4-FFF2-40B4-BE49-F238E27FC236}">
                    <a16:creationId xmlns:a16="http://schemas.microsoft.com/office/drawing/2014/main" id="{B81D5570-F0A6-46D8-8160-F8340DC0FB32}"/>
                  </a:ext>
                </a:extLst>
              </p:cNvPr>
              <p:cNvSpPr/>
              <p:nvPr/>
            </p:nvSpPr>
            <p:spPr>
              <a:xfrm>
                <a:off x="8985188" y="2449279"/>
                <a:ext cx="152400" cy="900000"/>
              </a:xfrm>
              <a:prstGeom prst="rect">
                <a:avLst/>
              </a:prstGeom>
              <a:solidFill>
                <a:srgbClr val="00FE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6" name="مربع نص 45">
              <a:extLst>
                <a:ext uri="{FF2B5EF4-FFF2-40B4-BE49-F238E27FC236}">
                  <a16:creationId xmlns:a16="http://schemas.microsoft.com/office/drawing/2014/main" id="{1384DB96-CA90-4904-9E13-C1B0DC78C5A1}"/>
                </a:ext>
              </a:extLst>
            </p:cNvPr>
            <p:cNvSpPr txBox="1"/>
            <p:nvPr/>
          </p:nvSpPr>
          <p:spPr>
            <a:xfrm>
              <a:off x="6570539" y="2529947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15FF2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15FF2B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مربع نص 46">
              <a:extLst>
                <a:ext uri="{FF2B5EF4-FFF2-40B4-BE49-F238E27FC236}">
                  <a16:creationId xmlns:a16="http://schemas.microsoft.com/office/drawing/2014/main" id="{F71CE6A1-6396-44AB-83D4-45D89F5723A4}"/>
                </a:ext>
              </a:extLst>
            </p:cNvPr>
            <p:cNvSpPr txBox="1"/>
            <p:nvPr/>
          </p:nvSpPr>
          <p:spPr>
            <a:xfrm>
              <a:off x="6237634" y="2899279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مربع نص 52">
              <a:extLst>
                <a:ext uri="{FF2B5EF4-FFF2-40B4-BE49-F238E27FC236}">
                  <a16:creationId xmlns:a16="http://schemas.microsoft.com/office/drawing/2014/main" id="{BBC5E814-5E8D-4832-9A5A-C90C9D9D3B3C}"/>
                </a:ext>
              </a:extLst>
            </p:cNvPr>
            <p:cNvSpPr txBox="1"/>
            <p:nvPr/>
          </p:nvSpPr>
          <p:spPr>
            <a:xfrm>
              <a:off x="4693181" y="2714613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04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8" name="رسم 57" descr="الهدف">
              <a:extLst>
                <a:ext uri="{FF2B5EF4-FFF2-40B4-BE49-F238E27FC236}">
                  <a16:creationId xmlns:a16="http://schemas.microsoft.com/office/drawing/2014/main" id="{9F2801C7-CE9B-4CB2-981B-5F576974E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68407" y="2548723"/>
              <a:ext cx="549272" cy="549272"/>
            </a:xfrm>
            <a:prstGeom prst="rect">
              <a:avLst/>
            </a:prstGeom>
          </p:spPr>
        </p:pic>
      </p:grpSp>
      <p:grpSp>
        <p:nvGrpSpPr>
          <p:cNvPr id="67" name="مجموعة 66">
            <a:extLst>
              <a:ext uri="{FF2B5EF4-FFF2-40B4-BE49-F238E27FC236}">
                <a16:creationId xmlns:a16="http://schemas.microsoft.com/office/drawing/2014/main" id="{72B8EE94-C5AB-4A42-8EEE-AB13274A6164}"/>
              </a:ext>
            </a:extLst>
          </p:cNvPr>
          <p:cNvGrpSpPr/>
          <p:nvPr/>
        </p:nvGrpSpPr>
        <p:grpSpPr>
          <a:xfrm>
            <a:off x="3708456" y="3334762"/>
            <a:ext cx="4708269" cy="900000"/>
            <a:chOff x="3537634" y="3349279"/>
            <a:chExt cx="4708269" cy="900000"/>
          </a:xfrm>
        </p:grpSpPr>
        <p:grpSp>
          <p:nvGrpSpPr>
            <p:cNvPr id="37" name="مجموعة 36">
              <a:extLst>
                <a:ext uri="{FF2B5EF4-FFF2-40B4-BE49-F238E27FC236}">
                  <a16:creationId xmlns:a16="http://schemas.microsoft.com/office/drawing/2014/main" id="{5EA5AE9B-3B7F-4490-AF1A-428A12289A56}"/>
                </a:ext>
              </a:extLst>
            </p:cNvPr>
            <p:cNvGrpSpPr/>
            <p:nvPr/>
          </p:nvGrpSpPr>
          <p:grpSpPr>
            <a:xfrm>
              <a:off x="3537634" y="3349279"/>
              <a:ext cx="4708269" cy="900000"/>
              <a:chOff x="3537634" y="3349279"/>
              <a:chExt cx="4708269" cy="900000"/>
            </a:xfrm>
          </p:grpSpPr>
          <p:sp>
            <p:nvSpPr>
              <p:cNvPr id="19" name="مستطيل 18">
                <a:extLst>
                  <a:ext uri="{FF2B5EF4-FFF2-40B4-BE49-F238E27FC236}">
                    <a16:creationId xmlns:a16="http://schemas.microsoft.com/office/drawing/2014/main" id="{7463F95A-B725-4EB3-9519-017906358452}"/>
                  </a:ext>
                </a:extLst>
              </p:cNvPr>
              <p:cNvSpPr/>
              <p:nvPr/>
            </p:nvSpPr>
            <p:spPr>
              <a:xfrm>
                <a:off x="4437634" y="33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شكل حر: شكل 19">
                <a:extLst>
                  <a:ext uri="{FF2B5EF4-FFF2-40B4-BE49-F238E27FC236}">
                    <a16:creationId xmlns:a16="http://schemas.microsoft.com/office/drawing/2014/main" id="{185BA321-7164-4ACD-9331-3E70C3F54623}"/>
                  </a:ext>
                </a:extLst>
              </p:cNvPr>
              <p:cNvSpPr/>
              <p:nvPr/>
            </p:nvSpPr>
            <p:spPr>
              <a:xfrm>
                <a:off x="4437634" y="33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A400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1" name="شكل حر: شكل 20">
                <a:extLst>
                  <a:ext uri="{FF2B5EF4-FFF2-40B4-BE49-F238E27FC236}">
                    <a16:creationId xmlns:a16="http://schemas.microsoft.com/office/drawing/2014/main" id="{3A3C72EC-BD00-4A37-BB87-C24D8C54ED80}"/>
                  </a:ext>
                </a:extLst>
              </p:cNvPr>
              <p:cNvSpPr/>
              <p:nvPr/>
            </p:nvSpPr>
            <p:spPr>
              <a:xfrm flipH="1" flipV="1">
                <a:off x="3537634" y="33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FF03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2" name="مستطيل 21">
                <a:extLst>
                  <a:ext uri="{FF2B5EF4-FFF2-40B4-BE49-F238E27FC236}">
                    <a16:creationId xmlns:a16="http://schemas.microsoft.com/office/drawing/2014/main" id="{E28D8F1C-1FBF-46BE-A24C-358842CE9427}"/>
                  </a:ext>
                </a:extLst>
              </p:cNvPr>
              <p:cNvSpPr/>
              <p:nvPr/>
            </p:nvSpPr>
            <p:spPr>
              <a:xfrm>
                <a:off x="8093503" y="3349279"/>
                <a:ext cx="152400" cy="900000"/>
              </a:xfrm>
              <a:prstGeom prst="rect">
                <a:avLst/>
              </a:prstGeom>
              <a:solidFill>
                <a:srgbClr val="FF03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4" name="مربع نص 43">
              <a:extLst>
                <a:ext uri="{FF2B5EF4-FFF2-40B4-BE49-F238E27FC236}">
                  <a16:creationId xmlns:a16="http://schemas.microsoft.com/office/drawing/2014/main" id="{EEB1E98E-30A5-4A49-8D4A-F93A0E3420CA}"/>
                </a:ext>
              </a:extLst>
            </p:cNvPr>
            <p:cNvSpPr txBox="1"/>
            <p:nvPr/>
          </p:nvSpPr>
          <p:spPr>
            <a:xfrm>
              <a:off x="5664310" y="3423195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A400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A4003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مربع نص 44">
              <a:extLst>
                <a:ext uri="{FF2B5EF4-FFF2-40B4-BE49-F238E27FC236}">
                  <a16:creationId xmlns:a16="http://schemas.microsoft.com/office/drawing/2014/main" id="{74059A07-D958-4C01-9568-DFE2FCE9164F}"/>
                </a:ext>
              </a:extLst>
            </p:cNvPr>
            <p:cNvSpPr txBox="1"/>
            <p:nvPr/>
          </p:nvSpPr>
          <p:spPr>
            <a:xfrm>
              <a:off x="5331405" y="3792527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مربع نص 51">
              <a:extLst>
                <a:ext uri="{FF2B5EF4-FFF2-40B4-BE49-F238E27FC236}">
                  <a16:creationId xmlns:a16="http://schemas.microsoft.com/office/drawing/2014/main" id="{13A88245-B934-481B-8F31-73EF191A8E11}"/>
                </a:ext>
              </a:extLst>
            </p:cNvPr>
            <p:cNvSpPr txBox="1"/>
            <p:nvPr/>
          </p:nvSpPr>
          <p:spPr>
            <a:xfrm>
              <a:off x="3798420" y="3611464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03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0" name="رسم 59" descr="مخطط متداخل">
              <a:extLst>
                <a:ext uri="{FF2B5EF4-FFF2-40B4-BE49-F238E27FC236}">
                  <a16:creationId xmlns:a16="http://schemas.microsoft.com/office/drawing/2014/main" id="{D72AA6A5-AF3B-43AB-92D5-099E3F8EB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49637" y="3443975"/>
              <a:ext cx="549272" cy="549272"/>
            </a:xfrm>
            <a:prstGeom prst="rect">
              <a:avLst/>
            </a:prstGeom>
          </p:spPr>
        </p:pic>
      </p:grpSp>
      <p:grpSp>
        <p:nvGrpSpPr>
          <p:cNvPr id="68" name="مجموعة 67">
            <a:extLst>
              <a:ext uri="{FF2B5EF4-FFF2-40B4-BE49-F238E27FC236}">
                <a16:creationId xmlns:a16="http://schemas.microsoft.com/office/drawing/2014/main" id="{B0E4DBCA-CC94-4615-AACC-AFD5C50E11A0}"/>
              </a:ext>
            </a:extLst>
          </p:cNvPr>
          <p:cNvGrpSpPr/>
          <p:nvPr/>
        </p:nvGrpSpPr>
        <p:grpSpPr>
          <a:xfrm>
            <a:off x="2800141" y="4234762"/>
            <a:ext cx="4708269" cy="900000"/>
            <a:chOff x="2629319" y="4249279"/>
            <a:chExt cx="4708269" cy="900000"/>
          </a:xfrm>
        </p:grpSpPr>
        <p:grpSp>
          <p:nvGrpSpPr>
            <p:cNvPr id="38" name="مجموعة 37">
              <a:extLst>
                <a:ext uri="{FF2B5EF4-FFF2-40B4-BE49-F238E27FC236}">
                  <a16:creationId xmlns:a16="http://schemas.microsoft.com/office/drawing/2014/main" id="{76A9A230-ED10-43FB-9255-87E98E25AC0D}"/>
                </a:ext>
              </a:extLst>
            </p:cNvPr>
            <p:cNvGrpSpPr/>
            <p:nvPr/>
          </p:nvGrpSpPr>
          <p:grpSpPr>
            <a:xfrm>
              <a:off x="2629319" y="4249279"/>
              <a:ext cx="4708269" cy="900000"/>
              <a:chOff x="2629319" y="4249279"/>
              <a:chExt cx="4708269" cy="900000"/>
            </a:xfrm>
          </p:grpSpPr>
          <p:sp>
            <p:nvSpPr>
              <p:cNvPr id="14" name="مستطيل 13">
                <a:extLst>
                  <a:ext uri="{FF2B5EF4-FFF2-40B4-BE49-F238E27FC236}">
                    <a16:creationId xmlns:a16="http://schemas.microsoft.com/office/drawing/2014/main" id="{ACFDC88F-88BC-4064-A868-7136E5136660}"/>
                  </a:ext>
                </a:extLst>
              </p:cNvPr>
              <p:cNvSpPr/>
              <p:nvPr/>
            </p:nvSpPr>
            <p:spPr>
              <a:xfrm>
                <a:off x="3529319" y="42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شكل حر: شكل 14">
                <a:extLst>
                  <a:ext uri="{FF2B5EF4-FFF2-40B4-BE49-F238E27FC236}">
                    <a16:creationId xmlns:a16="http://schemas.microsoft.com/office/drawing/2014/main" id="{6E725074-5A92-440D-909F-B34840918514}"/>
                  </a:ext>
                </a:extLst>
              </p:cNvPr>
              <p:cNvSpPr/>
              <p:nvPr/>
            </p:nvSpPr>
            <p:spPr>
              <a:xfrm>
                <a:off x="3529319" y="42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E2A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6" name="شكل حر: شكل 15">
                <a:extLst>
                  <a:ext uri="{FF2B5EF4-FFF2-40B4-BE49-F238E27FC236}">
                    <a16:creationId xmlns:a16="http://schemas.microsoft.com/office/drawing/2014/main" id="{6E2E405F-D414-4A76-837D-306ADD25771D}"/>
                  </a:ext>
                </a:extLst>
              </p:cNvPr>
              <p:cNvSpPr/>
              <p:nvPr/>
            </p:nvSpPr>
            <p:spPr>
              <a:xfrm flipH="1" flipV="1">
                <a:off x="2629319" y="42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FFBF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7" name="مستطيل 16">
                <a:extLst>
                  <a:ext uri="{FF2B5EF4-FFF2-40B4-BE49-F238E27FC236}">
                    <a16:creationId xmlns:a16="http://schemas.microsoft.com/office/drawing/2014/main" id="{CBA0F190-2F94-42F1-826F-F8AF67866AE2}"/>
                  </a:ext>
                </a:extLst>
              </p:cNvPr>
              <p:cNvSpPr/>
              <p:nvPr/>
            </p:nvSpPr>
            <p:spPr>
              <a:xfrm>
                <a:off x="7185188" y="4249279"/>
                <a:ext cx="152400" cy="900000"/>
              </a:xfrm>
              <a:prstGeom prst="rect">
                <a:avLst/>
              </a:prstGeom>
              <a:solidFill>
                <a:srgbClr val="FFBF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2" name="مربع نص 41">
              <a:extLst>
                <a:ext uri="{FF2B5EF4-FFF2-40B4-BE49-F238E27FC236}">
                  <a16:creationId xmlns:a16="http://schemas.microsoft.com/office/drawing/2014/main" id="{C292B044-3BF4-4220-A4E5-B41E70F32E06}"/>
                </a:ext>
              </a:extLst>
            </p:cNvPr>
            <p:cNvSpPr txBox="1"/>
            <p:nvPr/>
          </p:nvSpPr>
          <p:spPr>
            <a:xfrm>
              <a:off x="4698014" y="4358643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E2A1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E2A1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مربع نص 42">
              <a:extLst>
                <a:ext uri="{FF2B5EF4-FFF2-40B4-BE49-F238E27FC236}">
                  <a16:creationId xmlns:a16="http://schemas.microsoft.com/office/drawing/2014/main" id="{CBF7F509-5774-450B-A47C-FE5CEFF4C039}"/>
                </a:ext>
              </a:extLst>
            </p:cNvPr>
            <p:cNvSpPr txBox="1"/>
            <p:nvPr/>
          </p:nvSpPr>
          <p:spPr>
            <a:xfrm>
              <a:off x="4365109" y="4727975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مربع نص 50">
              <a:extLst>
                <a:ext uri="{FF2B5EF4-FFF2-40B4-BE49-F238E27FC236}">
                  <a16:creationId xmlns:a16="http://schemas.microsoft.com/office/drawing/2014/main" id="{87528ADE-819A-4BE9-B00D-B2EB4CE6ECD9}"/>
                </a:ext>
              </a:extLst>
            </p:cNvPr>
            <p:cNvSpPr txBox="1"/>
            <p:nvPr/>
          </p:nvSpPr>
          <p:spPr>
            <a:xfrm>
              <a:off x="2990466" y="4543309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02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2" name="رسم 61" descr="مخطط دائري">
              <a:extLst>
                <a:ext uri="{FF2B5EF4-FFF2-40B4-BE49-F238E27FC236}">
                  <a16:creationId xmlns:a16="http://schemas.microsoft.com/office/drawing/2014/main" id="{61DD0C9D-A25E-4BE3-A7BD-4FE9336CD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629455" y="4380053"/>
              <a:ext cx="549272" cy="549272"/>
            </a:xfrm>
            <a:prstGeom prst="rect">
              <a:avLst/>
            </a:prstGeom>
          </p:spPr>
        </p:pic>
      </p:grpSp>
      <p:grpSp>
        <p:nvGrpSpPr>
          <p:cNvPr id="69" name="مجموعة 68">
            <a:extLst>
              <a:ext uri="{FF2B5EF4-FFF2-40B4-BE49-F238E27FC236}">
                <a16:creationId xmlns:a16="http://schemas.microsoft.com/office/drawing/2014/main" id="{78EA675B-3B63-484C-A03B-ADC5821231E1}"/>
              </a:ext>
            </a:extLst>
          </p:cNvPr>
          <p:cNvGrpSpPr/>
          <p:nvPr/>
        </p:nvGrpSpPr>
        <p:grpSpPr>
          <a:xfrm>
            <a:off x="1942008" y="5134762"/>
            <a:ext cx="4708269" cy="900000"/>
            <a:chOff x="1771186" y="5149279"/>
            <a:chExt cx="4708269" cy="900000"/>
          </a:xfrm>
        </p:grpSpPr>
        <p:grpSp>
          <p:nvGrpSpPr>
            <p:cNvPr id="39" name="مجموعة 38">
              <a:extLst>
                <a:ext uri="{FF2B5EF4-FFF2-40B4-BE49-F238E27FC236}">
                  <a16:creationId xmlns:a16="http://schemas.microsoft.com/office/drawing/2014/main" id="{95843429-C794-46D8-ACF9-36B0425F468D}"/>
                </a:ext>
              </a:extLst>
            </p:cNvPr>
            <p:cNvGrpSpPr/>
            <p:nvPr/>
          </p:nvGrpSpPr>
          <p:grpSpPr>
            <a:xfrm>
              <a:off x="1771186" y="5149279"/>
              <a:ext cx="4708269" cy="900000"/>
              <a:chOff x="1771186" y="5149279"/>
              <a:chExt cx="4708269" cy="900000"/>
            </a:xfrm>
          </p:grpSpPr>
          <p:sp>
            <p:nvSpPr>
              <p:cNvPr id="6" name="مستطيل 5">
                <a:extLst>
                  <a:ext uri="{FF2B5EF4-FFF2-40B4-BE49-F238E27FC236}">
                    <a16:creationId xmlns:a16="http://schemas.microsoft.com/office/drawing/2014/main" id="{436F0F28-5D9B-464B-A545-25D75BAB4C1C}"/>
                  </a:ext>
                </a:extLst>
              </p:cNvPr>
              <p:cNvSpPr/>
              <p:nvPr/>
            </p:nvSpPr>
            <p:spPr>
              <a:xfrm>
                <a:off x="2671186" y="5149279"/>
                <a:ext cx="3660949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" name="شكل حر: شكل 6">
                <a:extLst>
                  <a:ext uri="{FF2B5EF4-FFF2-40B4-BE49-F238E27FC236}">
                    <a16:creationId xmlns:a16="http://schemas.microsoft.com/office/drawing/2014/main" id="{E78F11D8-CBBE-46F3-959E-00C105DA5FC9}"/>
                  </a:ext>
                </a:extLst>
              </p:cNvPr>
              <p:cNvSpPr/>
              <p:nvPr/>
            </p:nvSpPr>
            <p:spPr>
              <a:xfrm>
                <a:off x="2671186" y="51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B400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8" name="شكل حر: شكل 7">
                <a:extLst>
                  <a:ext uri="{FF2B5EF4-FFF2-40B4-BE49-F238E27FC236}">
                    <a16:creationId xmlns:a16="http://schemas.microsoft.com/office/drawing/2014/main" id="{49C8E1B3-1FE0-4135-B9E8-C33E5D891BA0}"/>
                  </a:ext>
                </a:extLst>
              </p:cNvPr>
              <p:cNvSpPr/>
              <p:nvPr/>
            </p:nvSpPr>
            <p:spPr>
              <a:xfrm flipH="1" flipV="1">
                <a:off x="1771186" y="5149279"/>
                <a:ext cx="900000" cy="900000"/>
              </a:xfrm>
              <a:custGeom>
                <a:avLst/>
                <a:gdLst>
                  <a:gd name="connsiteX0" fmla="*/ 0 w 900000"/>
                  <a:gd name="connsiteY0" fmla="*/ 0 h 900000"/>
                  <a:gd name="connsiteX1" fmla="*/ 900000 w 900000"/>
                  <a:gd name="connsiteY1" fmla="*/ 0 h 900000"/>
                  <a:gd name="connsiteX2" fmla="*/ 0 w 900000"/>
                  <a:gd name="connsiteY2" fmla="*/ 90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0000" h="900000">
                    <a:moveTo>
                      <a:pt x="0" y="0"/>
                    </a:moveTo>
                    <a:lnTo>
                      <a:pt x="900000" y="0"/>
                    </a:lnTo>
                    <a:cubicBezTo>
                      <a:pt x="900000" y="497056"/>
                      <a:pt x="497056" y="900000"/>
                      <a:pt x="0" y="900000"/>
                    </a:cubicBezTo>
                    <a:close/>
                  </a:path>
                </a:pathLst>
              </a:custGeom>
              <a:solidFill>
                <a:srgbClr val="FF1C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9" name="مستطيل 8">
                <a:extLst>
                  <a:ext uri="{FF2B5EF4-FFF2-40B4-BE49-F238E27FC236}">
                    <a16:creationId xmlns:a16="http://schemas.microsoft.com/office/drawing/2014/main" id="{BD295841-A5B4-4C35-A703-1F175636CFC7}"/>
                  </a:ext>
                </a:extLst>
              </p:cNvPr>
              <p:cNvSpPr/>
              <p:nvPr/>
            </p:nvSpPr>
            <p:spPr>
              <a:xfrm>
                <a:off x="6327055" y="5149279"/>
                <a:ext cx="152400" cy="900000"/>
              </a:xfrm>
              <a:prstGeom prst="rect">
                <a:avLst/>
              </a:prstGeom>
              <a:solidFill>
                <a:srgbClr val="FF1C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0" name="مربع نص 39">
              <a:extLst>
                <a:ext uri="{FF2B5EF4-FFF2-40B4-BE49-F238E27FC236}">
                  <a16:creationId xmlns:a16="http://schemas.microsoft.com/office/drawing/2014/main" id="{2AF831B1-1D36-4803-8F6C-B42E49C2D95C}"/>
                </a:ext>
              </a:extLst>
            </p:cNvPr>
            <p:cNvSpPr txBox="1"/>
            <p:nvPr/>
          </p:nvSpPr>
          <p:spPr>
            <a:xfrm>
              <a:off x="3904091" y="5201251"/>
              <a:ext cx="2090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b="1" dirty="0">
                  <a:solidFill>
                    <a:srgbClr val="B4003C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العنوان الفرعي</a:t>
              </a:r>
              <a:endParaRPr lang="fr-FR" b="1" dirty="0">
                <a:solidFill>
                  <a:srgbClr val="B4003C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مربع نص 40">
              <a:extLst>
                <a:ext uri="{FF2B5EF4-FFF2-40B4-BE49-F238E27FC236}">
                  <a16:creationId xmlns:a16="http://schemas.microsoft.com/office/drawing/2014/main" id="{D268861F-EF60-4FC9-A0EA-D14039D4883A}"/>
                </a:ext>
              </a:extLst>
            </p:cNvPr>
            <p:cNvSpPr txBox="1"/>
            <p:nvPr/>
          </p:nvSpPr>
          <p:spPr>
            <a:xfrm>
              <a:off x="3571186" y="5570583"/>
              <a:ext cx="2506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dirty="0">
                  <a:latin typeface="Calibri" panose="020F0502020204030204" pitchFamily="34" charset="0"/>
                  <a:cs typeface="Calibri" panose="020F0502020204030204" pitchFamily="34" charset="0"/>
                </a:rPr>
                <a:t>وصف مختصر للعنوان الفرعي</a:t>
              </a:r>
              <a:endParaRPr lang="fr-F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مربع نص 49">
              <a:extLst>
                <a:ext uri="{FF2B5EF4-FFF2-40B4-BE49-F238E27FC236}">
                  <a16:creationId xmlns:a16="http://schemas.microsoft.com/office/drawing/2014/main" id="{8E081360-75B7-455D-9F3C-158CC331404B}"/>
                </a:ext>
              </a:extLst>
            </p:cNvPr>
            <p:cNvSpPr txBox="1"/>
            <p:nvPr/>
          </p:nvSpPr>
          <p:spPr>
            <a:xfrm>
              <a:off x="2077023" y="5385917"/>
              <a:ext cx="52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01</a:t>
              </a:r>
              <a:endParaRPr lang="fr-F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4" name="رسم 63" descr="الكرة الأرضية">
              <a:extLst>
                <a:ext uri="{FF2B5EF4-FFF2-40B4-BE49-F238E27FC236}">
                  <a16:creationId xmlns:a16="http://schemas.microsoft.com/office/drawing/2014/main" id="{BEE52BAC-8A43-4D81-A087-742A4721A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711454" y="5293584"/>
              <a:ext cx="549272" cy="549272"/>
            </a:xfrm>
            <a:prstGeom prst="rect">
              <a:avLst/>
            </a:prstGeom>
          </p:spPr>
        </p:pic>
      </p:grpSp>
      <p:sp>
        <p:nvSpPr>
          <p:cNvPr id="70" name="مربع نص 69">
            <a:extLst>
              <a:ext uri="{FF2B5EF4-FFF2-40B4-BE49-F238E27FC236}">
                <a16:creationId xmlns:a16="http://schemas.microsoft.com/office/drawing/2014/main" id="{7D1F57C1-0908-4C83-B146-543D385BD43D}"/>
              </a:ext>
            </a:extLst>
          </p:cNvPr>
          <p:cNvSpPr txBox="1"/>
          <p:nvPr/>
        </p:nvSpPr>
        <p:spPr>
          <a:xfrm>
            <a:off x="2644116" y="317049"/>
            <a:ext cx="7660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MA" sz="4000" b="1" dirty="0">
                <a:solidFill>
                  <a:srgbClr val="A40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تصميم انفوجرافيك متحرك بخمس عناصر</a:t>
            </a:r>
            <a:endParaRPr lang="fr-FR" sz="4000" b="1" dirty="0">
              <a:solidFill>
                <a:srgbClr val="A400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4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40</Words>
  <Application>Microsoft Office PowerPoint</Application>
  <PresentationFormat>شاشة عريضة</PresentationFormat>
  <Paragraphs>16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نسق Office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DELL</dc:creator>
  <cp:lastModifiedBy>DELL</cp:lastModifiedBy>
  <cp:revision>3</cp:revision>
  <dcterms:created xsi:type="dcterms:W3CDTF">2021-02-08T14:41:34Z</dcterms:created>
  <dcterms:modified xsi:type="dcterms:W3CDTF">2021-02-08T15:08:24Z</dcterms:modified>
</cp:coreProperties>
</file>