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2" r:id="rId1"/>
  </p:sldMasterIdLst>
  <p:sldIdLst>
    <p:sldId id="256" r:id="rId2"/>
  </p:sldIdLst>
  <p:sldSz cx="17610138" cy="990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A7E02"/>
    <a:srgbClr val="7E4B8D"/>
    <a:srgbClr val="4F8927"/>
    <a:srgbClr val="FB9A03"/>
    <a:srgbClr val="8601B0"/>
    <a:srgbClr val="67B233"/>
    <a:srgbClr val="660185"/>
    <a:srgbClr val="3D01A5"/>
    <a:srgbClr val="D0E92B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031" autoAdjust="0"/>
    <p:restoredTop sz="94660"/>
  </p:normalViewPr>
  <p:slideViewPr>
    <p:cSldViewPr snapToGrid="0">
      <p:cViewPr varScale="1">
        <p:scale>
          <a:sx n="48" d="100"/>
          <a:sy n="48" d="100"/>
        </p:scale>
        <p:origin x="48" y="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1267" y="1621191"/>
            <a:ext cx="13207604" cy="3448756"/>
          </a:xfrm>
        </p:spPr>
        <p:txBody>
          <a:bodyPr anchor="b"/>
          <a:lstStyle>
            <a:lvl1pPr algn="ctr">
              <a:defRPr sz="8666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1267" y="5202944"/>
            <a:ext cx="13207604" cy="2391656"/>
          </a:xfrm>
        </p:spPr>
        <p:txBody>
          <a:bodyPr/>
          <a:lstStyle>
            <a:lvl1pPr marL="0" indent="0" algn="ctr">
              <a:buNone/>
              <a:defRPr sz="3467"/>
            </a:lvl1pPr>
            <a:lvl2pPr marL="660380" indent="0" algn="ctr">
              <a:buNone/>
              <a:defRPr sz="2889"/>
            </a:lvl2pPr>
            <a:lvl3pPr marL="1320759" indent="0" algn="ctr">
              <a:buNone/>
              <a:defRPr sz="2600"/>
            </a:lvl3pPr>
            <a:lvl4pPr marL="1981139" indent="0" algn="ctr">
              <a:buNone/>
              <a:defRPr sz="2311"/>
            </a:lvl4pPr>
            <a:lvl5pPr marL="2641519" indent="0" algn="ctr">
              <a:buNone/>
              <a:defRPr sz="2311"/>
            </a:lvl5pPr>
            <a:lvl6pPr marL="3301898" indent="0" algn="ctr">
              <a:buNone/>
              <a:defRPr sz="2311"/>
            </a:lvl6pPr>
            <a:lvl7pPr marL="3962278" indent="0" algn="ctr">
              <a:buNone/>
              <a:defRPr sz="2311"/>
            </a:lvl7pPr>
            <a:lvl8pPr marL="4622658" indent="0" algn="ctr">
              <a:buNone/>
              <a:defRPr sz="2311"/>
            </a:lvl8pPr>
            <a:lvl9pPr marL="5283037" indent="0" algn="ctr">
              <a:buNone/>
              <a:defRPr sz="2311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AC43E-112D-4651-9101-26C4A52E1948}" type="datetimeFigureOut">
              <a:rPr lang="ar-MA" smtClean="0"/>
              <a:t>02-01-1442</a:t>
            </a:fld>
            <a:endParaRPr lang="ar-M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M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E697C-5546-48BB-B5D0-61D24EE2CE1D}" type="slidenum">
              <a:rPr lang="ar-MA" smtClean="0"/>
              <a:t>‹#›</a:t>
            </a:fld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2215404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AC43E-112D-4651-9101-26C4A52E1948}" type="datetimeFigureOut">
              <a:rPr lang="ar-MA" smtClean="0"/>
              <a:t>02-01-1442</a:t>
            </a:fld>
            <a:endParaRPr lang="ar-M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M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E697C-5546-48BB-B5D0-61D24EE2CE1D}" type="slidenum">
              <a:rPr lang="ar-MA" smtClean="0"/>
              <a:t>‹#›</a:t>
            </a:fld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1142189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1525" y="2469622"/>
            <a:ext cx="15188744" cy="4120620"/>
          </a:xfrm>
        </p:spPr>
        <p:txBody>
          <a:bodyPr anchor="b"/>
          <a:lstStyle>
            <a:lvl1pPr>
              <a:defRPr sz="8666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1525" y="6629225"/>
            <a:ext cx="15188744" cy="2166937"/>
          </a:xfrm>
        </p:spPr>
        <p:txBody>
          <a:bodyPr/>
          <a:lstStyle>
            <a:lvl1pPr marL="0" indent="0">
              <a:buNone/>
              <a:defRPr sz="3467">
                <a:solidFill>
                  <a:schemeClr val="tx1">
                    <a:tint val="75000"/>
                  </a:schemeClr>
                </a:solidFill>
              </a:defRPr>
            </a:lvl1pPr>
            <a:lvl2pPr marL="660380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2pPr>
            <a:lvl3pPr marL="1320759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3pPr>
            <a:lvl4pPr marL="1981139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4pPr>
            <a:lvl5pPr marL="2641519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5pPr>
            <a:lvl6pPr marL="3301898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6pPr>
            <a:lvl7pPr marL="3962278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7pPr>
            <a:lvl8pPr marL="4622658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8pPr>
            <a:lvl9pPr marL="5283037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AC43E-112D-4651-9101-26C4A52E1948}" type="datetimeFigureOut">
              <a:rPr lang="ar-MA" smtClean="0"/>
              <a:t>02-01-1442</a:t>
            </a:fld>
            <a:endParaRPr lang="ar-M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M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E697C-5546-48BB-B5D0-61D24EE2CE1D}" type="slidenum">
              <a:rPr lang="ar-MA" smtClean="0"/>
              <a:t>‹#›</a:t>
            </a:fld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2823783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0697" y="2637014"/>
            <a:ext cx="7484309" cy="6285266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15132" y="2637014"/>
            <a:ext cx="7484309" cy="6285266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AC43E-112D-4651-9101-26C4A52E1948}" type="datetimeFigureOut">
              <a:rPr lang="ar-MA" smtClean="0"/>
              <a:t>02-01-1442</a:t>
            </a:fld>
            <a:endParaRPr lang="ar-M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M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E697C-5546-48BB-B5D0-61D24EE2CE1D}" type="slidenum">
              <a:rPr lang="ar-MA" smtClean="0"/>
              <a:t>‹#›</a:t>
            </a:fld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2533004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2991" y="527404"/>
            <a:ext cx="15188744" cy="1914702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2991" y="2428347"/>
            <a:ext cx="7449913" cy="1190095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2991" y="3618442"/>
            <a:ext cx="7449913" cy="5322183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915133" y="2428347"/>
            <a:ext cx="7486602" cy="1190095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915133" y="3618442"/>
            <a:ext cx="7486602" cy="5322183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AC43E-112D-4651-9101-26C4A52E1948}" type="datetimeFigureOut">
              <a:rPr lang="ar-MA" smtClean="0"/>
              <a:t>02-01-1442</a:t>
            </a:fld>
            <a:endParaRPr lang="ar-M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M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E697C-5546-48BB-B5D0-61D24EE2CE1D}" type="slidenum">
              <a:rPr lang="ar-MA" smtClean="0"/>
              <a:t>‹#›</a:t>
            </a:fld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1537988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AC43E-112D-4651-9101-26C4A52E1948}" type="datetimeFigureOut">
              <a:rPr lang="ar-MA" smtClean="0"/>
              <a:t>02-01-1442</a:t>
            </a:fld>
            <a:endParaRPr lang="ar-M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M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E697C-5546-48BB-B5D0-61D24EE2CE1D}" type="slidenum">
              <a:rPr lang="ar-MA" smtClean="0"/>
              <a:t>‹#›</a:t>
            </a:fld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618757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AC43E-112D-4651-9101-26C4A52E1948}" type="datetimeFigureOut">
              <a:rPr lang="ar-MA" smtClean="0"/>
              <a:t>02-01-1442</a:t>
            </a:fld>
            <a:endParaRPr lang="ar-M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M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E697C-5546-48BB-B5D0-61D24EE2CE1D}" type="slidenum">
              <a:rPr lang="ar-MA" smtClean="0"/>
              <a:t>‹#›</a:t>
            </a:fld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1634434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2992" y="660400"/>
            <a:ext cx="5679727" cy="2311400"/>
          </a:xfrm>
        </p:spPr>
        <p:txBody>
          <a:bodyPr anchor="b"/>
          <a:lstStyle>
            <a:lvl1pPr>
              <a:defRPr sz="4622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86603" y="1426281"/>
            <a:ext cx="8915132" cy="7039681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2992" y="2971800"/>
            <a:ext cx="5679727" cy="5505627"/>
          </a:xfrm>
        </p:spPr>
        <p:txBody>
          <a:bodyPr/>
          <a:lstStyle>
            <a:lvl1pPr marL="0" indent="0">
              <a:buNone/>
              <a:defRPr sz="2311"/>
            </a:lvl1pPr>
            <a:lvl2pPr marL="660380" indent="0">
              <a:buNone/>
              <a:defRPr sz="2022"/>
            </a:lvl2pPr>
            <a:lvl3pPr marL="1320759" indent="0">
              <a:buNone/>
              <a:defRPr sz="1733"/>
            </a:lvl3pPr>
            <a:lvl4pPr marL="1981139" indent="0">
              <a:buNone/>
              <a:defRPr sz="1444"/>
            </a:lvl4pPr>
            <a:lvl5pPr marL="2641519" indent="0">
              <a:buNone/>
              <a:defRPr sz="1444"/>
            </a:lvl5pPr>
            <a:lvl6pPr marL="3301898" indent="0">
              <a:buNone/>
              <a:defRPr sz="1444"/>
            </a:lvl6pPr>
            <a:lvl7pPr marL="3962278" indent="0">
              <a:buNone/>
              <a:defRPr sz="1444"/>
            </a:lvl7pPr>
            <a:lvl8pPr marL="4622658" indent="0">
              <a:buNone/>
              <a:defRPr sz="1444"/>
            </a:lvl8pPr>
            <a:lvl9pPr marL="5283037" indent="0">
              <a:buNone/>
              <a:defRPr sz="1444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AC43E-112D-4651-9101-26C4A52E1948}" type="datetimeFigureOut">
              <a:rPr lang="ar-MA" smtClean="0"/>
              <a:t>02-01-1442</a:t>
            </a:fld>
            <a:endParaRPr lang="ar-M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M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E697C-5546-48BB-B5D0-61D24EE2CE1D}" type="slidenum">
              <a:rPr lang="ar-MA" smtClean="0"/>
              <a:t>‹#›</a:t>
            </a:fld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1185987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2992" y="660400"/>
            <a:ext cx="5679727" cy="2311400"/>
          </a:xfrm>
        </p:spPr>
        <p:txBody>
          <a:bodyPr anchor="b"/>
          <a:lstStyle>
            <a:lvl1pPr>
              <a:defRPr sz="4622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6603" y="1426281"/>
            <a:ext cx="8915132" cy="7039681"/>
          </a:xfrm>
        </p:spPr>
        <p:txBody>
          <a:bodyPr anchor="t"/>
          <a:lstStyle>
            <a:lvl1pPr marL="0" indent="0">
              <a:buNone/>
              <a:defRPr sz="4622"/>
            </a:lvl1pPr>
            <a:lvl2pPr marL="660380" indent="0">
              <a:buNone/>
              <a:defRPr sz="4044"/>
            </a:lvl2pPr>
            <a:lvl3pPr marL="1320759" indent="0">
              <a:buNone/>
              <a:defRPr sz="3467"/>
            </a:lvl3pPr>
            <a:lvl4pPr marL="1981139" indent="0">
              <a:buNone/>
              <a:defRPr sz="2889"/>
            </a:lvl4pPr>
            <a:lvl5pPr marL="2641519" indent="0">
              <a:buNone/>
              <a:defRPr sz="2889"/>
            </a:lvl5pPr>
            <a:lvl6pPr marL="3301898" indent="0">
              <a:buNone/>
              <a:defRPr sz="2889"/>
            </a:lvl6pPr>
            <a:lvl7pPr marL="3962278" indent="0">
              <a:buNone/>
              <a:defRPr sz="2889"/>
            </a:lvl7pPr>
            <a:lvl8pPr marL="4622658" indent="0">
              <a:buNone/>
              <a:defRPr sz="2889"/>
            </a:lvl8pPr>
            <a:lvl9pPr marL="5283037" indent="0">
              <a:buNone/>
              <a:defRPr sz="2889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2992" y="2971800"/>
            <a:ext cx="5679727" cy="5505627"/>
          </a:xfrm>
        </p:spPr>
        <p:txBody>
          <a:bodyPr/>
          <a:lstStyle>
            <a:lvl1pPr marL="0" indent="0">
              <a:buNone/>
              <a:defRPr sz="2311"/>
            </a:lvl1pPr>
            <a:lvl2pPr marL="660380" indent="0">
              <a:buNone/>
              <a:defRPr sz="2022"/>
            </a:lvl2pPr>
            <a:lvl3pPr marL="1320759" indent="0">
              <a:buNone/>
              <a:defRPr sz="1733"/>
            </a:lvl3pPr>
            <a:lvl4pPr marL="1981139" indent="0">
              <a:buNone/>
              <a:defRPr sz="1444"/>
            </a:lvl4pPr>
            <a:lvl5pPr marL="2641519" indent="0">
              <a:buNone/>
              <a:defRPr sz="1444"/>
            </a:lvl5pPr>
            <a:lvl6pPr marL="3301898" indent="0">
              <a:buNone/>
              <a:defRPr sz="1444"/>
            </a:lvl6pPr>
            <a:lvl7pPr marL="3962278" indent="0">
              <a:buNone/>
              <a:defRPr sz="1444"/>
            </a:lvl7pPr>
            <a:lvl8pPr marL="4622658" indent="0">
              <a:buNone/>
              <a:defRPr sz="1444"/>
            </a:lvl8pPr>
            <a:lvl9pPr marL="5283037" indent="0">
              <a:buNone/>
              <a:defRPr sz="1444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AC43E-112D-4651-9101-26C4A52E1948}" type="datetimeFigureOut">
              <a:rPr lang="ar-MA" smtClean="0"/>
              <a:t>02-01-1442</a:t>
            </a:fld>
            <a:endParaRPr lang="ar-M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M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E697C-5546-48BB-B5D0-61D24EE2CE1D}" type="slidenum">
              <a:rPr lang="ar-MA" smtClean="0"/>
              <a:t>‹#›</a:t>
            </a:fld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1042988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AC43E-112D-4651-9101-26C4A52E1948}" type="datetimeFigureOut">
              <a:rPr lang="ar-MA" smtClean="0"/>
              <a:t>02-01-1442</a:t>
            </a:fld>
            <a:endParaRPr lang="ar-M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M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E697C-5546-48BB-B5D0-61D24EE2CE1D}" type="slidenum">
              <a:rPr lang="ar-MA" smtClean="0"/>
              <a:t>‹#›</a:t>
            </a:fld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4181723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602255" y="527403"/>
            <a:ext cx="3797186" cy="8394877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0697" y="527403"/>
            <a:ext cx="11171431" cy="8394877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AC43E-112D-4651-9101-26C4A52E1948}" type="datetimeFigureOut">
              <a:rPr lang="ar-MA" smtClean="0"/>
              <a:t>02-01-1442</a:t>
            </a:fld>
            <a:endParaRPr lang="ar-M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M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E697C-5546-48BB-B5D0-61D24EE2CE1D}" type="slidenum">
              <a:rPr lang="ar-MA" smtClean="0"/>
              <a:t>‹#›</a:t>
            </a:fld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2855518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0697" y="527404"/>
            <a:ext cx="15188744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0697" y="2637014"/>
            <a:ext cx="15188744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0697" y="9181395"/>
            <a:ext cx="3962281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FAC43E-112D-4651-9101-26C4A52E1948}" type="datetimeFigureOut">
              <a:rPr lang="ar-MA" smtClean="0"/>
              <a:t>02-01-1442</a:t>
            </a:fld>
            <a:endParaRPr lang="ar-M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33358" y="9181395"/>
            <a:ext cx="5943422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M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437160" y="9181395"/>
            <a:ext cx="3962281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BE697C-5546-48BB-B5D0-61D24EE2CE1D}" type="slidenum">
              <a:rPr lang="ar-MA" smtClean="0"/>
              <a:t>‹#›</a:t>
            </a:fld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3802433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320759" rtl="1" eaLnBrk="1" latinLnBrk="0" hangingPunct="1">
        <a:lnSpc>
          <a:spcPct val="90000"/>
        </a:lnSpc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0190" indent="-330190" algn="r" defTabSz="1320759" rtl="1" eaLnBrk="1" latinLnBrk="0" hangingPunct="1">
        <a:lnSpc>
          <a:spcPct val="90000"/>
        </a:lnSpc>
        <a:spcBef>
          <a:spcPts val="1444"/>
        </a:spcBef>
        <a:buFont typeface="Arial" panose="020B0604020202020204" pitchFamily="34" charset="0"/>
        <a:buChar char="•"/>
        <a:defRPr sz="4044" kern="1200">
          <a:solidFill>
            <a:schemeClr val="tx1"/>
          </a:solidFill>
          <a:latin typeface="+mn-lt"/>
          <a:ea typeface="+mn-ea"/>
          <a:cs typeface="+mn-cs"/>
        </a:defRPr>
      </a:lvl1pPr>
      <a:lvl2pPr marL="990570" indent="-330190" algn="r" defTabSz="1320759" rtl="1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2pPr>
      <a:lvl3pPr marL="1650949" indent="-330190" algn="r" defTabSz="1320759" rtl="1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3pPr>
      <a:lvl4pPr marL="2311329" indent="-330190" algn="r" defTabSz="1320759" rtl="1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971709" indent="-330190" algn="r" defTabSz="1320759" rtl="1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632088" indent="-330190" algn="r" defTabSz="1320759" rtl="1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4292468" indent="-330190" algn="r" defTabSz="1320759" rtl="1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952848" indent="-330190" algn="r" defTabSz="1320759" rtl="1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613227" indent="-330190" algn="r" defTabSz="1320759" rtl="1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1320759" rtl="1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80" algn="r" defTabSz="1320759" rtl="1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59" algn="r" defTabSz="1320759" rtl="1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39" algn="r" defTabSz="1320759" rtl="1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519" algn="r" defTabSz="1320759" rtl="1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98" algn="r" defTabSz="1320759" rtl="1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78" algn="r" defTabSz="1320759" rtl="1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658" algn="r" defTabSz="1320759" rtl="1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037" algn="r" defTabSz="1320759" rtl="1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8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مجموعة 57">
            <a:extLst>
              <a:ext uri="{FF2B5EF4-FFF2-40B4-BE49-F238E27FC236}">
                <a16:creationId xmlns:a16="http://schemas.microsoft.com/office/drawing/2014/main" id="{86721566-5E90-44DC-A3A5-13C63279A679}"/>
              </a:ext>
            </a:extLst>
          </p:cNvPr>
          <p:cNvGrpSpPr/>
          <p:nvPr/>
        </p:nvGrpSpPr>
        <p:grpSpPr>
          <a:xfrm>
            <a:off x="8575456" y="1209266"/>
            <a:ext cx="5299562" cy="2603391"/>
            <a:chOff x="4182360" y="1209266"/>
            <a:chExt cx="5299562" cy="2603391"/>
          </a:xfrm>
        </p:grpSpPr>
        <p:sp>
          <p:nvSpPr>
            <p:cNvPr id="53" name="مستطيل: زوايا علوية مستديرة 52">
              <a:extLst>
                <a:ext uri="{FF2B5EF4-FFF2-40B4-BE49-F238E27FC236}">
                  <a16:creationId xmlns:a16="http://schemas.microsoft.com/office/drawing/2014/main" id="{65EBD8A4-234F-460B-891A-DDD513E03984}"/>
                </a:ext>
              </a:extLst>
            </p:cNvPr>
            <p:cNvSpPr/>
            <p:nvPr/>
          </p:nvSpPr>
          <p:spPr>
            <a:xfrm rot="15903386">
              <a:off x="5731267" y="775809"/>
              <a:ext cx="1490869" cy="4582827"/>
            </a:xfrm>
            <a:prstGeom prst="round2SameRect">
              <a:avLst/>
            </a:prstGeom>
            <a:solidFill>
              <a:schemeClr val="tx1">
                <a:alpha val="35000"/>
              </a:schemeClr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MA"/>
            </a:p>
          </p:txBody>
        </p:sp>
        <p:grpSp>
          <p:nvGrpSpPr>
            <p:cNvPr id="23" name="مجموعة 22">
              <a:extLst>
                <a:ext uri="{FF2B5EF4-FFF2-40B4-BE49-F238E27FC236}">
                  <a16:creationId xmlns:a16="http://schemas.microsoft.com/office/drawing/2014/main" id="{069DB593-D915-4EB1-A7C3-085A6D0AC946}"/>
                </a:ext>
              </a:extLst>
            </p:cNvPr>
            <p:cNvGrpSpPr/>
            <p:nvPr/>
          </p:nvGrpSpPr>
          <p:grpSpPr>
            <a:xfrm>
              <a:off x="4182360" y="1209266"/>
              <a:ext cx="5299562" cy="2083903"/>
              <a:chOff x="8515827" y="1308656"/>
              <a:chExt cx="5299562" cy="2083903"/>
            </a:xfrm>
          </p:grpSpPr>
          <p:grpSp>
            <p:nvGrpSpPr>
              <p:cNvPr id="21" name="مجموعة 20">
                <a:extLst>
                  <a:ext uri="{FF2B5EF4-FFF2-40B4-BE49-F238E27FC236}">
                    <a16:creationId xmlns:a16="http://schemas.microsoft.com/office/drawing/2014/main" id="{8AA044BA-9790-4CFD-893B-5AE23AB75416}"/>
                  </a:ext>
                </a:extLst>
              </p:cNvPr>
              <p:cNvGrpSpPr/>
              <p:nvPr/>
            </p:nvGrpSpPr>
            <p:grpSpPr>
              <a:xfrm>
                <a:off x="8525766" y="1308656"/>
                <a:ext cx="5289623" cy="2083903"/>
                <a:chOff x="4212183" y="1308656"/>
                <a:chExt cx="5289623" cy="2083903"/>
              </a:xfrm>
            </p:grpSpPr>
            <p:grpSp>
              <p:nvGrpSpPr>
                <p:cNvPr id="18" name="مجموعة 17">
                  <a:extLst>
                    <a:ext uri="{FF2B5EF4-FFF2-40B4-BE49-F238E27FC236}">
                      <a16:creationId xmlns:a16="http://schemas.microsoft.com/office/drawing/2014/main" id="{BDB70351-6A81-48F9-97AF-5FEDE8000FD2}"/>
                    </a:ext>
                  </a:extLst>
                </p:cNvPr>
                <p:cNvGrpSpPr/>
                <p:nvPr/>
              </p:nvGrpSpPr>
              <p:grpSpPr>
                <a:xfrm>
                  <a:off x="4212183" y="1308656"/>
                  <a:ext cx="5289623" cy="2083903"/>
                  <a:chOff x="3695351" y="1308656"/>
                  <a:chExt cx="5289623" cy="2083903"/>
                </a:xfrm>
              </p:grpSpPr>
              <p:sp>
                <p:nvSpPr>
                  <p:cNvPr id="12" name="مستطيل: زوايا علوية مستديرة 11">
                    <a:extLst>
                      <a:ext uri="{FF2B5EF4-FFF2-40B4-BE49-F238E27FC236}">
                        <a16:creationId xmlns:a16="http://schemas.microsoft.com/office/drawing/2014/main" id="{06EA2ADB-C7EC-4BF2-9F1C-80963D0F8D16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5298211" y="-294204"/>
                    <a:ext cx="2083903" cy="5289623"/>
                  </a:xfrm>
                  <a:prstGeom prst="round2Same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1" anchor="ctr"/>
                  <a:lstStyle/>
                  <a:p>
                    <a:pPr algn="ctr"/>
                    <a:endParaRPr lang="ar-MA"/>
                  </a:p>
                </p:txBody>
              </p:sp>
              <p:sp>
                <p:nvSpPr>
                  <p:cNvPr id="17" name="شكل حر: شكل 16">
                    <a:extLst>
                      <a:ext uri="{FF2B5EF4-FFF2-40B4-BE49-F238E27FC236}">
                        <a16:creationId xmlns:a16="http://schemas.microsoft.com/office/drawing/2014/main" id="{18923B32-F08D-4122-B690-97CA78E8E1C8}"/>
                      </a:ext>
                    </a:extLst>
                  </p:cNvPr>
                  <p:cNvSpPr/>
                  <p:nvPr/>
                </p:nvSpPr>
                <p:spPr>
                  <a:xfrm>
                    <a:off x="3695351" y="1308656"/>
                    <a:ext cx="956162" cy="2083903"/>
                  </a:xfrm>
                  <a:custGeom>
                    <a:avLst/>
                    <a:gdLst>
                      <a:gd name="connsiteX0" fmla="*/ 347324 w 956162"/>
                      <a:gd name="connsiteY0" fmla="*/ 0 h 2083903"/>
                      <a:gd name="connsiteX1" fmla="*/ 956162 w 956162"/>
                      <a:gd name="connsiteY1" fmla="*/ 0 h 2083903"/>
                      <a:gd name="connsiteX2" fmla="*/ 956162 w 956162"/>
                      <a:gd name="connsiteY2" fmla="*/ 2083903 h 2083903"/>
                      <a:gd name="connsiteX3" fmla="*/ 347324 w 956162"/>
                      <a:gd name="connsiteY3" fmla="*/ 2083903 h 2083903"/>
                      <a:gd name="connsiteX4" fmla="*/ 0 w 956162"/>
                      <a:gd name="connsiteY4" fmla="*/ 1736579 h 2083903"/>
                      <a:gd name="connsiteX5" fmla="*/ 0 w 956162"/>
                      <a:gd name="connsiteY5" fmla="*/ 347324 h 2083903"/>
                      <a:gd name="connsiteX6" fmla="*/ 347324 w 956162"/>
                      <a:gd name="connsiteY6" fmla="*/ 0 h 208390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956162" h="2083903">
                        <a:moveTo>
                          <a:pt x="347324" y="0"/>
                        </a:moveTo>
                        <a:lnTo>
                          <a:pt x="956162" y="0"/>
                        </a:lnTo>
                        <a:lnTo>
                          <a:pt x="956162" y="2083903"/>
                        </a:lnTo>
                        <a:lnTo>
                          <a:pt x="347324" y="2083903"/>
                        </a:lnTo>
                        <a:cubicBezTo>
                          <a:pt x="155502" y="2083903"/>
                          <a:pt x="0" y="1928401"/>
                          <a:pt x="0" y="1736579"/>
                        </a:cubicBezTo>
                        <a:lnTo>
                          <a:pt x="0" y="347324"/>
                        </a:lnTo>
                        <a:cubicBezTo>
                          <a:pt x="0" y="155502"/>
                          <a:pt x="155502" y="0"/>
                          <a:pt x="347324" y="0"/>
                        </a:cubicBezTo>
                        <a:close/>
                      </a:path>
                    </a:pathLst>
                  </a:custGeom>
                  <a:solidFill>
                    <a:srgbClr val="4F892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1" anchor="ctr">
                    <a:noAutofit/>
                  </a:bodyPr>
                  <a:lstStyle/>
                  <a:p>
                    <a:pPr algn="ctr"/>
                    <a:endParaRPr lang="ar-MA" dirty="0"/>
                  </a:p>
                </p:txBody>
              </p:sp>
            </p:grpSp>
            <p:sp>
              <p:nvSpPr>
                <p:cNvPr id="19" name="مربع نص 18">
                  <a:extLst>
                    <a:ext uri="{FF2B5EF4-FFF2-40B4-BE49-F238E27FC236}">
                      <a16:creationId xmlns:a16="http://schemas.microsoft.com/office/drawing/2014/main" id="{D41ADD81-2F98-4F73-B37B-240D26CEE8AE}"/>
                    </a:ext>
                  </a:extLst>
                </p:cNvPr>
                <p:cNvSpPr txBox="1"/>
                <p:nvPr/>
              </p:nvSpPr>
              <p:spPr>
                <a:xfrm>
                  <a:off x="5367130" y="1935108"/>
                  <a:ext cx="3975653" cy="830997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 algn="ctr"/>
                  <a:r>
                    <a:rPr lang="ar-MA" sz="2400" dirty="0">
                      <a:solidFill>
                        <a:srgbClr val="67B233"/>
                      </a:solidFill>
                      <a:latin typeface="29LT Bukra Bold Italic" panose="000B0903020204020204" pitchFamily="34" charset="-78"/>
                      <a:cs typeface="29LT Bukra Bold Italic" panose="000B0903020204020204" pitchFamily="34" charset="-78"/>
                    </a:rPr>
                    <a:t>نكتب نص مختصر توضيحي للعنوان</a:t>
                  </a:r>
                </a:p>
              </p:txBody>
            </p:sp>
          </p:grpSp>
          <p:sp>
            <p:nvSpPr>
              <p:cNvPr id="22" name="مربع نص 21">
                <a:extLst>
                  <a:ext uri="{FF2B5EF4-FFF2-40B4-BE49-F238E27FC236}">
                    <a16:creationId xmlns:a16="http://schemas.microsoft.com/office/drawing/2014/main" id="{19D9056D-D6B9-4D0F-BA69-4C339EA9665B}"/>
                  </a:ext>
                </a:extLst>
              </p:cNvPr>
              <p:cNvSpPr txBox="1"/>
              <p:nvPr/>
            </p:nvSpPr>
            <p:spPr>
              <a:xfrm>
                <a:off x="8515827" y="1935108"/>
                <a:ext cx="937286" cy="769441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ar-MA" sz="4400" dirty="0">
                    <a:solidFill>
                      <a:schemeClr val="bg1"/>
                    </a:solidFill>
                    <a:latin typeface="29LT Bukra Bold Italic" panose="000B0903020204020204" pitchFamily="34" charset="-78"/>
                    <a:cs typeface="29LT Bukra Bold Italic" panose="000B0903020204020204" pitchFamily="34" charset="-78"/>
                  </a:rPr>
                  <a:t>01</a:t>
                </a:r>
              </a:p>
            </p:txBody>
          </p:sp>
        </p:grpSp>
      </p:grpSp>
      <p:grpSp>
        <p:nvGrpSpPr>
          <p:cNvPr id="66" name="مجموعة 65">
            <a:extLst>
              <a:ext uri="{FF2B5EF4-FFF2-40B4-BE49-F238E27FC236}">
                <a16:creationId xmlns:a16="http://schemas.microsoft.com/office/drawing/2014/main" id="{EFCBA3F1-EC61-41AB-92FA-225714AE7329}"/>
              </a:ext>
            </a:extLst>
          </p:cNvPr>
          <p:cNvGrpSpPr/>
          <p:nvPr/>
        </p:nvGrpSpPr>
        <p:grpSpPr>
          <a:xfrm>
            <a:off x="8805068" y="1023734"/>
            <a:ext cx="5227982" cy="2454967"/>
            <a:chOff x="8805068" y="1023734"/>
            <a:chExt cx="5227982" cy="2454967"/>
          </a:xfrm>
          <a:effectLst>
            <a:outerShdw blurRad="50800" dist="50800" dir="8100000" algn="tr" rotWithShape="0">
              <a:prstClr val="black">
                <a:alpha val="40000"/>
              </a:prstClr>
            </a:outerShdw>
          </a:effectLst>
        </p:grpSpPr>
        <p:grpSp>
          <p:nvGrpSpPr>
            <p:cNvPr id="24" name="مجموعة 23">
              <a:extLst>
                <a:ext uri="{FF2B5EF4-FFF2-40B4-BE49-F238E27FC236}">
                  <a16:creationId xmlns:a16="http://schemas.microsoft.com/office/drawing/2014/main" id="{EBE37766-7BCE-49C1-BC2D-86E5C919CF98}"/>
                </a:ext>
              </a:extLst>
            </p:cNvPr>
            <p:cNvGrpSpPr/>
            <p:nvPr/>
          </p:nvGrpSpPr>
          <p:grpSpPr>
            <a:xfrm>
              <a:off x="8805068" y="1023734"/>
              <a:ext cx="5227982" cy="2454967"/>
              <a:chOff x="8805068" y="1123124"/>
              <a:chExt cx="5227982" cy="2454967"/>
            </a:xfrm>
          </p:grpSpPr>
          <p:sp>
            <p:nvSpPr>
              <p:cNvPr id="10" name="شكل حر: شكل 9">
                <a:extLst>
                  <a:ext uri="{FF2B5EF4-FFF2-40B4-BE49-F238E27FC236}">
                    <a16:creationId xmlns:a16="http://schemas.microsoft.com/office/drawing/2014/main" id="{12D9FC37-9EE4-4B3F-AF83-015B313E7D38}"/>
                  </a:ext>
                </a:extLst>
              </p:cNvPr>
              <p:cNvSpPr/>
              <p:nvPr/>
            </p:nvSpPr>
            <p:spPr>
              <a:xfrm rot="5400000">
                <a:off x="10191575" y="-263383"/>
                <a:ext cx="2454967" cy="5227982"/>
              </a:xfrm>
              <a:custGeom>
                <a:avLst/>
                <a:gdLst>
                  <a:gd name="connsiteX0" fmla="*/ 0 w 2454967"/>
                  <a:gd name="connsiteY0" fmla="*/ 5227982 h 5227982"/>
                  <a:gd name="connsiteX1" fmla="*/ 0 w 2454967"/>
                  <a:gd name="connsiteY1" fmla="*/ 401018 h 5227982"/>
                  <a:gd name="connsiteX2" fmla="*/ 401019 w 2454967"/>
                  <a:gd name="connsiteY2" fmla="*/ 0 h 5227982"/>
                  <a:gd name="connsiteX3" fmla="*/ 2053948 w 2454967"/>
                  <a:gd name="connsiteY3" fmla="*/ 0 h 5227982"/>
                  <a:gd name="connsiteX4" fmla="*/ 2454967 w 2454967"/>
                  <a:gd name="connsiteY4" fmla="*/ 401018 h 5227982"/>
                  <a:gd name="connsiteX5" fmla="*/ 2454967 w 2454967"/>
                  <a:gd name="connsiteY5" fmla="*/ 5227982 h 5227982"/>
                  <a:gd name="connsiteX6" fmla="*/ 1873527 w 2454967"/>
                  <a:gd name="connsiteY6" fmla="*/ 5227982 h 5227982"/>
                  <a:gd name="connsiteX7" fmla="*/ 1227483 w 2454967"/>
                  <a:gd name="connsiteY7" fmla="*/ 4581938 h 5227982"/>
                  <a:gd name="connsiteX8" fmla="*/ 581439 w 2454967"/>
                  <a:gd name="connsiteY8" fmla="*/ 5227982 h 5227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54967" h="5227982">
                    <a:moveTo>
                      <a:pt x="0" y="5227982"/>
                    </a:moveTo>
                    <a:lnTo>
                      <a:pt x="0" y="401018"/>
                    </a:lnTo>
                    <a:cubicBezTo>
                      <a:pt x="0" y="179542"/>
                      <a:pt x="179542" y="0"/>
                      <a:pt x="401019" y="0"/>
                    </a:cubicBezTo>
                    <a:lnTo>
                      <a:pt x="2053948" y="0"/>
                    </a:lnTo>
                    <a:cubicBezTo>
                      <a:pt x="2275425" y="0"/>
                      <a:pt x="2454967" y="179542"/>
                      <a:pt x="2454967" y="401018"/>
                    </a:cubicBezTo>
                    <a:lnTo>
                      <a:pt x="2454967" y="5227982"/>
                    </a:lnTo>
                    <a:lnTo>
                      <a:pt x="1873527" y="5227982"/>
                    </a:lnTo>
                    <a:cubicBezTo>
                      <a:pt x="1873527" y="4871182"/>
                      <a:pt x="1584283" y="4581938"/>
                      <a:pt x="1227483" y="4581938"/>
                    </a:cubicBezTo>
                    <a:cubicBezTo>
                      <a:pt x="870683" y="4581938"/>
                      <a:pt x="581439" y="4871182"/>
                      <a:pt x="581439" y="5227982"/>
                    </a:cubicBezTo>
                    <a:close/>
                  </a:path>
                </a:pathLst>
              </a:custGeom>
              <a:solidFill>
                <a:srgbClr val="67B2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1" anchor="ctr">
                <a:noAutofit/>
              </a:bodyPr>
              <a:lstStyle/>
              <a:p>
                <a:pPr algn="ctr"/>
                <a:endParaRPr lang="ar-MA"/>
              </a:p>
            </p:txBody>
          </p:sp>
          <p:sp>
            <p:nvSpPr>
              <p:cNvPr id="11" name="شكل حر: شكل 10">
                <a:extLst>
                  <a:ext uri="{FF2B5EF4-FFF2-40B4-BE49-F238E27FC236}">
                    <a16:creationId xmlns:a16="http://schemas.microsoft.com/office/drawing/2014/main" id="{4F82932B-6400-4D91-8262-BCFB3B4A71E9}"/>
                  </a:ext>
                </a:extLst>
              </p:cNvPr>
              <p:cNvSpPr/>
              <p:nvPr/>
            </p:nvSpPr>
            <p:spPr>
              <a:xfrm rot="5400000">
                <a:off x="10288158" y="-174433"/>
                <a:ext cx="2083903" cy="5050083"/>
              </a:xfrm>
              <a:custGeom>
                <a:avLst/>
                <a:gdLst>
                  <a:gd name="connsiteX0" fmla="*/ 0 w 2083903"/>
                  <a:gd name="connsiteY0" fmla="*/ 5050083 h 5050083"/>
                  <a:gd name="connsiteX1" fmla="*/ 0 w 2083903"/>
                  <a:gd name="connsiteY1" fmla="*/ 340406 h 5050083"/>
                  <a:gd name="connsiteX2" fmla="*/ 340406 w 2083903"/>
                  <a:gd name="connsiteY2" fmla="*/ 0 h 5050083"/>
                  <a:gd name="connsiteX3" fmla="*/ 1743497 w 2083903"/>
                  <a:gd name="connsiteY3" fmla="*/ 0 h 5050083"/>
                  <a:gd name="connsiteX4" fmla="*/ 2083903 w 2083903"/>
                  <a:gd name="connsiteY4" fmla="*/ 340406 h 5050083"/>
                  <a:gd name="connsiteX5" fmla="*/ 2083903 w 2083903"/>
                  <a:gd name="connsiteY5" fmla="*/ 5050083 h 5050083"/>
                  <a:gd name="connsiteX6" fmla="*/ 1687995 w 2083903"/>
                  <a:gd name="connsiteY6" fmla="*/ 5050083 h 5050083"/>
                  <a:gd name="connsiteX7" fmla="*/ 1674870 w 2083903"/>
                  <a:gd name="connsiteY7" fmla="*/ 4919885 h 5050083"/>
                  <a:gd name="connsiteX8" fmla="*/ 1041951 w 2083903"/>
                  <a:gd name="connsiteY8" fmla="*/ 4404041 h 5050083"/>
                  <a:gd name="connsiteX9" fmla="*/ 409032 w 2083903"/>
                  <a:gd name="connsiteY9" fmla="*/ 4919885 h 5050083"/>
                  <a:gd name="connsiteX10" fmla="*/ 395907 w 2083903"/>
                  <a:gd name="connsiteY10" fmla="*/ 5050083 h 5050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083903" h="5050083">
                    <a:moveTo>
                      <a:pt x="0" y="5050083"/>
                    </a:moveTo>
                    <a:lnTo>
                      <a:pt x="0" y="340406"/>
                    </a:lnTo>
                    <a:cubicBezTo>
                      <a:pt x="0" y="152405"/>
                      <a:pt x="152405" y="0"/>
                      <a:pt x="340406" y="0"/>
                    </a:cubicBezTo>
                    <a:lnTo>
                      <a:pt x="1743497" y="0"/>
                    </a:lnTo>
                    <a:cubicBezTo>
                      <a:pt x="1931498" y="0"/>
                      <a:pt x="2083903" y="152405"/>
                      <a:pt x="2083903" y="340406"/>
                    </a:cubicBezTo>
                    <a:lnTo>
                      <a:pt x="2083903" y="5050083"/>
                    </a:lnTo>
                    <a:lnTo>
                      <a:pt x="1687995" y="5050083"/>
                    </a:lnTo>
                    <a:lnTo>
                      <a:pt x="1674870" y="4919885"/>
                    </a:lnTo>
                    <a:cubicBezTo>
                      <a:pt x="1614628" y="4625493"/>
                      <a:pt x="1354151" y="4404041"/>
                      <a:pt x="1041951" y="4404041"/>
                    </a:cubicBezTo>
                    <a:cubicBezTo>
                      <a:pt x="729751" y="4404041"/>
                      <a:pt x="469274" y="4625493"/>
                      <a:pt x="409032" y="4919885"/>
                    </a:cubicBezTo>
                    <a:lnTo>
                      <a:pt x="395907" y="5050083"/>
                    </a:lnTo>
                    <a:close/>
                  </a:path>
                </a:pathLst>
              </a:custGeom>
              <a:solidFill>
                <a:srgbClr val="4F8927"/>
              </a:solidFill>
              <a:ln>
                <a:noFill/>
              </a:ln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1" anchor="ctr">
                <a:noAutofit/>
              </a:bodyPr>
              <a:lstStyle/>
              <a:p>
                <a:pPr algn="ctr"/>
                <a:endParaRPr lang="ar-MA"/>
              </a:p>
            </p:txBody>
          </p:sp>
        </p:grpSp>
        <p:sp>
          <p:nvSpPr>
            <p:cNvPr id="20" name="مربع نص 19">
              <a:extLst>
                <a:ext uri="{FF2B5EF4-FFF2-40B4-BE49-F238E27FC236}">
                  <a16:creationId xmlns:a16="http://schemas.microsoft.com/office/drawing/2014/main" id="{6B48CC3D-7887-42A5-AE50-ED36E2DA7313}"/>
                </a:ext>
              </a:extLst>
            </p:cNvPr>
            <p:cNvSpPr txBox="1"/>
            <p:nvPr/>
          </p:nvSpPr>
          <p:spPr>
            <a:xfrm>
              <a:off x="9690652" y="1868327"/>
              <a:ext cx="3975653" cy="707886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ar-MA" sz="4000" dirty="0">
                  <a:solidFill>
                    <a:schemeClr val="bg1"/>
                  </a:solidFill>
                  <a:latin typeface="29LT Bukra Bold Italic" panose="000B0903020204020204" pitchFamily="34" charset="-78"/>
                  <a:cs typeface="29LT Bukra Bold Italic" panose="000B0903020204020204" pitchFamily="34" charset="-78"/>
                </a:rPr>
                <a:t>العنوان الأول</a:t>
              </a:r>
            </a:p>
          </p:txBody>
        </p:sp>
      </p:grpSp>
      <p:grpSp>
        <p:nvGrpSpPr>
          <p:cNvPr id="57" name="مجموعة 56">
            <a:extLst>
              <a:ext uri="{FF2B5EF4-FFF2-40B4-BE49-F238E27FC236}">
                <a16:creationId xmlns:a16="http://schemas.microsoft.com/office/drawing/2014/main" id="{4FCA3FD2-04DE-4E0D-AA0D-BB0E288F9F96}"/>
              </a:ext>
            </a:extLst>
          </p:cNvPr>
          <p:cNvGrpSpPr/>
          <p:nvPr/>
        </p:nvGrpSpPr>
        <p:grpSpPr>
          <a:xfrm>
            <a:off x="8493894" y="3919620"/>
            <a:ext cx="5391059" cy="2582245"/>
            <a:chOff x="4100802" y="3919620"/>
            <a:chExt cx="5391059" cy="2582245"/>
          </a:xfrm>
        </p:grpSpPr>
        <p:sp>
          <p:nvSpPr>
            <p:cNvPr id="54" name="مستطيل: زوايا علوية مستديرة 53">
              <a:extLst>
                <a:ext uri="{FF2B5EF4-FFF2-40B4-BE49-F238E27FC236}">
                  <a16:creationId xmlns:a16="http://schemas.microsoft.com/office/drawing/2014/main" id="{83F4F86B-48E9-4187-9D70-298CDEEFF5B6}"/>
                </a:ext>
              </a:extLst>
            </p:cNvPr>
            <p:cNvSpPr/>
            <p:nvPr/>
          </p:nvSpPr>
          <p:spPr>
            <a:xfrm rot="15905445">
              <a:off x="5646781" y="3465017"/>
              <a:ext cx="1490869" cy="4582827"/>
            </a:xfrm>
            <a:prstGeom prst="round2SameRect">
              <a:avLst/>
            </a:prstGeom>
            <a:solidFill>
              <a:schemeClr val="tx1">
                <a:alpha val="35000"/>
              </a:schemeClr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MA"/>
            </a:p>
          </p:txBody>
        </p:sp>
        <p:grpSp>
          <p:nvGrpSpPr>
            <p:cNvPr id="25" name="مجموعة 24">
              <a:extLst>
                <a:ext uri="{FF2B5EF4-FFF2-40B4-BE49-F238E27FC236}">
                  <a16:creationId xmlns:a16="http://schemas.microsoft.com/office/drawing/2014/main" id="{12EA0014-AD47-4B15-8CCC-45AEDCBA4A5D}"/>
                </a:ext>
              </a:extLst>
            </p:cNvPr>
            <p:cNvGrpSpPr/>
            <p:nvPr/>
          </p:nvGrpSpPr>
          <p:grpSpPr>
            <a:xfrm>
              <a:off x="4192299" y="3919620"/>
              <a:ext cx="5299562" cy="2083903"/>
              <a:chOff x="8515827" y="1308656"/>
              <a:chExt cx="5299562" cy="2083903"/>
            </a:xfrm>
          </p:grpSpPr>
          <p:grpSp>
            <p:nvGrpSpPr>
              <p:cNvPr id="26" name="مجموعة 25">
                <a:extLst>
                  <a:ext uri="{FF2B5EF4-FFF2-40B4-BE49-F238E27FC236}">
                    <a16:creationId xmlns:a16="http://schemas.microsoft.com/office/drawing/2014/main" id="{63213785-3DFF-46F0-BEA9-D10ABB701EA9}"/>
                  </a:ext>
                </a:extLst>
              </p:cNvPr>
              <p:cNvGrpSpPr/>
              <p:nvPr/>
            </p:nvGrpSpPr>
            <p:grpSpPr>
              <a:xfrm>
                <a:off x="8525766" y="1308656"/>
                <a:ext cx="5289623" cy="2083903"/>
                <a:chOff x="4212183" y="1308656"/>
                <a:chExt cx="5289623" cy="2083903"/>
              </a:xfrm>
            </p:grpSpPr>
            <p:grpSp>
              <p:nvGrpSpPr>
                <p:cNvPr id="28" name="مجموعة 27">
                  <a:extLst>
                    <a:ext uri="{FF2B5EF4-FFF2-40B4-BE49-F238E27FC236}">
                      <a16:creationId xmlns:a16="http://schemas.microsoft.com/office/drawing/2014/main" id="{B1B2E355-4842-48AE-85AC-828702CAE963}"/>
                    </a:ext>
                  </a:extLst>
                </p:cNvPr>
                <p:cNvGrpSpPr/>
                <p:nvPr/>
              </p:nvGrpSpPr>
              <p:grpSpPr>
                <a:xfrm>
                  <a:off x="4212183" y="1308656"/>
                  <a:ext cx="5289623" cy="2083903"/>
                  <a:chOff x="3695351" y="1308656"/>
                  <a:chExt cx="5289623" cy="2083903"/>
                </a:xfrm>
              </p:grpSpPr>
              <p:sp>
                <p:nvSpPr>
                  <p:cNvPr id="30" name="مستطيل: زوايا علوية مستديرة 29">
                    <a:extLst>
                      <a:ext uri="{FF2B5EF4-FFF2-40B4-BE49-F238E27FC236}">
                        <a16:creationId xmlns:a16="http://schemas.microsoft.com/office/drawing/2014/main" id="{238C6822-7519-4616-A336-6D8CC1ED5373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5298211" y="-294204"/>
                    <a:ext cx="2083903" cy="5289623"/>
                  </a:xfrm>
                  <a:prstGeom prst="round2Same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1" anchor="ctr"/>
                  <a:lstStyle/>
                  <a:p>
                    <a:pPr algn="ctr"/>
                    <a:endParaRPr lang="ar-MA"/>
                  </a:p>
                </p:txBody>
              </p:sp>
              <p:sp>
                <p:nvSpPr>
                  <p:cNvPr id="31" name="شكل حر: شكل 30">
                    <a:extLst>
                      <a:ext uri="{FF2B5EF4-FFF2-40B4-BE49-F238E27FC236}">
                        <a16:creationId xmlns:a16="http://schemas.microsoft.com/office/drawing/2014/main" id="{6D85E30E-29F7-4DB3-9E49-96A651E4C0C0}"/>
                      </a:ext>
                    </a:extLst>
                  </p:cNvPr>
                  <p:cNvSpPr/>
                  <p:nvPr/>
                </p:nvSpPr>
                <p:spPr>
                  <a:xfrm>
                    <a:off x="3695351" y="1308656"/>
                    <a:ext cx="956162" cy="2083903"/>
                  </a:xfrm>
                  <a:custGeom>
                    <a:avLst/>
                    <a:gdLst>
                      <a:gd name="connsiteX0" fmla="*/ 347324 w 956162"/>
                      <a:gd name="connsiteY0" fmla="*/ 0 h 2083903"/>
                      <a:gd name="connsiteX1" fmla="*/ 956162 w 956162"/>
                      <a:gd name="connsiteY1" fmla="*/ 0 h 2083903"/>
                      <a:gd name="connsiteX2" fmla="*/ 956162 w 956162"/>
                      <a:gd name="connsiteY2" fmla="*/ 2083903 h 2083903"/>
                      <a:gd name="connsiteX3" fmla="*/ 347324 w 956162"/>
                      <a:gd name="connsiteY3" fmla="*/ 2083903 h 2083903"/>
                      <a:gd name="connsiteX4" fmla="*/ 0 w 956162"/>
                      <a:gd name="connsiteY4" fmla="*/ 1736579 h 2083903"/>
                      <a:gd name="connsiteX5" fmla="*/ 0 w 956162"/>
                      <a:gd name="connsiteY5" fmla="*/ 347324 h 2083903"/>
                      <a:gd name="connsiteX6" fmla="*/ 347324 w 956162"/>
                      <a:gd name="connsiteY6" fmla="*/ 0 h 208390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956162" h="2083903">
                        <a:moveTo>
                          <a:pt x="347324" y="0"/>
                        </a:moveTo>
                        <a:lnTo>
                          <a:pt x="956162" y="0"/>
                        </a:lnTo>
                        <a:lnTo>
                          <a:pt x="956162" y="2083903"/>
                        </a:lnTo>
                        <a:lnTo>
                          <a:pt x="347324" y="2083903"/>
                        </a:lnTo>
                        <a:cubicBezTo>
                          <a:pt x="155502" y="2083903"/>
                          <a:pt x="0" y="1928401"/>
                          <a:pt x="0" y="1736579"/>
                        </a:cubicBezTo>
                        <a:lnTo>
                          <a:pt x="0" y="347324"/>
                        </a:lnTo>
                        <a:cubicBezTo>
                          <a:pt x="0" y="155502"/>
                          <a:pt x="155502" y="0"/>
                          <a:pt x="347324" y="0"/>
                        </a:cubicBezTo>
                        <a:close/>
                      </a:path>
                    </a:pathLst>
                  </a:custGeom>
                  <a:solidFill>
                    <a:srgbClr val="66018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1" anchor="ctr">
                    <a:noAutofit/>
                  </a:bodyPr>
                  <a:lstStyle/>
                  <a:p>
                    <a:pPr algn="ctr"/>
                    <a:endParaRPr lang="ar-MA" dirty="0"/>
                  </a:p>
                </p:txBody>
              </p:sp>
            </p:grpSp>
            <p:sp>
              <p:nvSpPr>
                <p:cNvPr id="29" name="مربع نص 28">
                  <a:extLst>
                    <a:ext uri="{FF2B5EF4-FFF2-40B4-BE49-F238E27FC236}">
                      <a16:creationId xmlns:a16="http://schemas.microsoft.com/office/drawing/2014/main" id="{C87A5E18-45D8-4136-B065-A37A80648977}"/>
                    </a:ext>
                  </a:extLst>
                </p:cNvPr>
                <p:cNvSpPr txBox="1"/>
                <p:nvPr/>
              </p:nvSpPr>
              <p:spPr>
                <a:xfrm>
                  <a:off x="5367130" y="1935108"/>
                  <a:ext cx="3975653" cy="830997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 algn="ctr"/>
                  <a:r>
                    <a:rPr lang="ar-MA" sz="2400" dirty="0">
                      <a:solidFill>
                        <a:srgbClr val="8601B0"/>
                      </a:solidFill>
                      <a:latin typeface="29LT Bukra Bold Italic" panose="000B0903020204020204" pitchFamily="34" charset="-78"/>
                      <a:cs typeface="29LT Bukra Bold Italic" panose="000B0903020204020204" pitchFamily="34" charset="-78"/>
                    </a:rPr>
                    <a:t>نكتب نص مختصر توضيحي للعنوان</a:t>
                  </a:r>
                </a:p>
              </p:txBody>
            </p:sp>
          </p:grpSp>
          <p:sp>
            <p:nvSpPr>
              <p:cNvPr id="27" name="مربع نص 26">
                <a:extLst>
                  <a:ext uri="{FF2B5EF4-FFF2-40B4-BE49-F238E27FC236}">
                    <a16:creationId xmlns:a16="http://schemas.microsoft.com/office/drawing/2014/main" id="{8551BF4F-4A57-4A6B-AB7F-78D066D21C16}"/>
                  </a:ext>
                </a:extLst>
              </p:cNvPr>
              <p:cNvSpPr txBox="1"/>
              <p:nvPr/>
            </p:nvSpPr>
            <p:spPr>
              <a:xfrm>
                <a:off x="8515827" y="1935108"/>
                <a:ext cx="937286" cy="769441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ar-MA" sz="4400" dirty="0">
                    <a:solidFill>
                      <a:schemeClr val="bg1"/>
                    </a:solidFill>
                    <a:latin typeface="29LT Bukra Bold Italic" panose="000B0903020204020204" pitchFamily="34" charset="-78"/>
                    <a:cs typeface="29LT Bukra Bold Italic" panose="000B0903020204020204" pitchFamily="34" charset="-78"/>
                  </a:rPr>
                  <a:t>02</a:t>
                </a:r>
              </a:p>
            </p:txBody>
          </p:sp>
        </p:grpSp>
      </p:grpSp>
      <p:grpSp>
        <p:nvGrpSpPr>
          <p:cNvPr id="56" name="مجموعة 55">
            <a:extLst>
              <a:ext uri="{FF2B5EF4-FFF2-40B4-BE49-F238E27FC236}">
                <a16:creationId xmlns:a16="http://schemas.microsoft.com/office/drawing/2014/main" id="{9D26F8C8-4E05-47A9-B48C-35EB274FCBCA}"/>
              </a:ext>
            </a:extLst>
          </p:cNvPr>
          <p:cNvGrpSpPr/>
          <p:nvPr/>
        </p:nvGrpSpPr>
        <p:grpSpPr>
          <a:xfrm>
            <a:off x="8444211" y="6629974"/>
            <a:ext cx="5450688" cy="2561142"/>
            <a:chOff x="4051112" y="6629974"/>
            <a:chExt cx="5450688" cy="2561142"/>
          </a:xfrm>
        </p:grpSpPr>
        <p:sp>
          <p:nvSpPr>
            <p:cNvPr id="55" name="مستطيل: زوايا علوية مستديرة 54">
              <a:extLst>
                <a:ext uri="{FF2B5EF4-FFF2-40B4-BE49-F238E27FC236}">
                  <a16:creationId xmlns:a16="http://schemas.microsoft.com/office/drawing/2014/main" id="{033686C6-B2B1-4C5E-8F92-083565CB757C}"/>
                </a:ext>
              </a:extLst>
            </p:cNvPr>
            <p:cNvSpPr/>
            <p:nvPr/>
          </p:nvSpPr>
          <p:spPr>
            <a:xfrm rot="15948727">
              <a:off x="5597091" y="6154268"/>
              <a:ext cx="1490869" cy="4582827"/>
            </a:xfrm>
            <a:prstGeom prst="round2SameRect">
              <a:avLst/>
            </a:prstGeom>
            <a:solidFill>
              <a:schemeClr val="tx1">
                <a:alpha val="35000"/>
              </a:schemeClr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MA"/>
            </a:p>
          </p:txBody>
        </p:sp>
        <p:grpSp>
          <p:nvGrpSpPr>
            <p:cNvPr id="35" name="مجموعة 34">
              <a:extLst>
                <a:ext uri="{FF2B5EF4-FFF2-40B4-BE49-F238E27FC236}">
                  <a16:creationId xmlns:a16="http://schemas.microsoft.com/office/drawing/2014/main" id="{0F28CAE9-7F5F-4304-AF75-0F107C238CE9}"/>
                </a:ext>
              </a:extLst>
            </p:cNvPr>
            <p:cNvGrpSpPr/>
            <p:nvPr/>
          </p:nvGrpSpPr>
          <p:grpSpPr>
            <a:xfrm>
              <a:off x="4202238" y="6629974"/>
              <a:ext cx="5299562" cy="2083903"/>
              <a:chOff x="8515827" y="1308656"/>
              <a:chExt cx="5299562" cy="2083903"/>
            </a:xfrm>
          </p:grpSpPr>
          <p:grpSp>
            <p:nvGrpSpPr>
              <p:cNvPr id="36" name="مجموعة 35">
                <a:extLst>
                  <a:ext uri="{FF2B5EF4-FFF2-40B4-BE49-F238E27FC236}">
                    <a16:creationId xmlns:a16="http://schemas.microsoft.com/office/drawing/2014/main" id="{1E29E191-81CD-41CF-81D7-FF81878865FF}"/>
                  </a:ext>
                </a:extLst>
              </p:cNvPr>
              <p:cNvGrpSpPr/>
              <p:nvPr/>
            </p:nvGrpSpPr>
            <p:grpSpPr>
              <a:xfrm>
                <a:off x="8525766" y="1308656"/>
                <a:ext cx="5289623" cy="2083903"/>
                <a:chOff x="4212183" y="1308656"/>
                <a:chExt cx="5289623" cy="2083903"/>
              </a:xfrm>
            </p:grpSpPr>
            <p:grpSp>
              <p:nvGrpSpPr>
                <p:cNvPr id="38" name="مجموعة 37">
                  <a:extLst>
                    <a:ext uri="{FF2B5EF4-FFF2-40B4-BE49-F238E27FC236}">
                      <a16:creationId xmlns:a16="http://schemas.microsoft.com/office/drawing/2014/main" id="{5A71B166-3061-4BC1-81A6-7E119477097E}"/>
                    </a:ext>
                  </a:extLst>
                </p:cNvPr>
                <p:cNvGrpSpPr/>
                <p:nvPr/>
              </p:nvGrpSpPr>
              <p:grpSpPr>
                <a:xfrm>
                  <a:off x="4212183" y="1308656"/>
                  <a:ext cx="5289623" cy="2083903"/>
                  <a:chOff x="3695351" y="1308656"/>
                  <a:chExt cx="5289623" cy="2083903"/>
                </a:xfrm>
              </p:grpSpPr>
              <p:sp>
                <p:nvSpPr>
                  <p:cNvPr id="40" name="مستطيل: زوايا علوية مستديرة 39">
                    <a:extLst>
                      <a:ext uri="{FF2B5EF4-FFF2-40B4-BE49-F238E27FC236}">
                        <a16:creationId xmlns:a16="http://schemas.microsoft.com/office/drawing/2014/main" id="{BFC82867-92AC-4103-87AD-194853182747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5298211" y="-294204"/>
                    <a:ext cx="2083903" cy="5289623"/>
                  </a:xfrm>
                  <a:prstGeom prst="round2Same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1" anchor="ctr"/>
                  <a:lstStyle/>
                  <a:p>
                    <a:pPr algn="ctr"/>
                    <a:endParaRPr lang="ar-MA"/>
                  </a:p>
                </p:txBody>
              </p:sp>
              <p:sp>
                <p:nvSpPr>
                  <p:cNvPr id="41" name="شكل حر: شكل 40">
                    <a:extLst>
                      <a:ext uri="{FF2B5EF4-FFF2-40B4-BE49-F238E27FC236}">
                        <a16:creationId xmlns:a16="http://schemas.microsoft.com/office/drawing/2014/main" id="{EBF095A1-A3CE-418F-8522-B4804473B458}"/>
                      </a:ext>
                    </a:extLst>
                  </p:cNvPr>
                  <p:cNvSpPr/>
                  <p:nvPr/>
                </p:nvSpPr>
                <p:spPr>
                  <a:xfrm>
                    <a:off x="3695351" y="1308656"/>
                    <a:ext cx="956162" cy="2083903"/>
                  </a:xfrm>
                  <a:custGeom>
                    <a:avLst/>
                    <a:gdLst>
                      <a:gd name="connsiteX0" fmla="*/ 347324 w 956162"/>
                      <a:gd name="connsiteY0" fmla="*/ 0 h 2083903"/>
                      <a:gd name="connsiteX1" fmla="*/ 956162 w 956162"/>
                      <a:gd name="connsiteY1" fmla="*/ 0 h 2083903"/>
                      <a:gd name="connsiteX2" fmla="*/ 956162 w 956162"/>
                      <a:gd name="connsiteY2" fmla="*/ 2083903 h 2083903"/>
                      <a:gd name="connsiteX3" fmla="*/ 347324 w 956162"/>
                      <a:gd name="connsiteY3" fmla="*/ 2083903 h 2083903"/>
                      <a:gd name="connsiteX4" fmla="*/ 0 w 956162"/>
                      <a:gd name="connsiteY4" fmla="*/ 1736579 h 2083903"/>
                      <a:gd name="connsiteX5" fmla="*/ 0 w 956162"/>
                      <a:gd name="connsiteY5" fmla="*/ 347324 h 2083903"/>
                      <a:gd name="connsiteX6" fmla="*/ 347324 w 956162"/>
                      <a:gd name="connsiteY6" fmla="*/ 0 h 208390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956162" h="2083903">
                        <a:moveTo>
                          <a:pt x="347324" y="0"/>
                        </a:moveTo>
                        <a:lnTo>
                          <a:pt x="956162" y="0"/>
                        </a:lnTo>
                        <a:lnTo>
                          <a:pt x="956162" y="2083903"/>
                        </a:lnTo>
                        <a:lnTo>
                          <a:pt x="347324" y="2083903"/>
                        </a:lnTo>
                        <a:cubicBezTo>
                          <a:pt x="155502" y="2083903"/>
                          <a:pt x="0" y="1928401"/>
                          <a:pt x="0" y="1736579"/>
                        </a:cubicBezTo>
                        <a:lnTo>
                          <a:pt x="0" y="347324"/>
                        </a:lnTo>
                        <a:cubicBezTo>
                          <a:pt x="0" y="155502"/>
                          <a:pt x="155502" y="0"/>
                          <a:pt x="347324" y="0"/>
                        </a:cubicBezTo>
                        <a:close/>
                      </a:path>
                    </a:pathLst>
                  </a:custGeom>
                  <a:solidFill>
                    <a:srgbClr val="CA7E0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1" anchor="ctr">
                    <a:noAutofit/>
                  </a:bodyPr>
                  <a:lstStyle/>
                  <a:p>
                    <a:pPr algn="ctr"/>
                    <a:endParaRPr lang="ar-MA" dirty="0"/>
                  </a:p>
                </p:txBody>
              </p:sp>
            </p:grpSp>
            <p:sp>
              <p:nvSpPr>
                <p:cNvPr id="39" name="مربع نص 38">
                  <a:extLst>
                    <a:ext uri="{FF2B5EF4-FFF2-40B4-BE49-F238E27FC236}">
                      <a16:creationId xmlns:a16="http://schemas.microsoft.com/office/drawing/2014/main" id="{6F40B07B-1B72-4264-9CF8-3413D6DA9314}"/>
                    </a:ext>
                  </a:extLst>
                </p:cNvPr>
                <p:cNvSpPr txBox="1"/>
                <p:nvPr/>
              </p:nvSpPr>
              <p:spPr>
                <a:xfrm>
                  <a:off x="5367130" y="1935108"/>
                  <a:ext cx="3975653" cy="830997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 algn="ctr"/>
                  <a:r>
                    <a:rPr lang="ar-MA" sz="2400" dirty="0">
                      <a:solidFill>
                        <a:srgbClr val="FB9A03"/>
                      </a:solidFill>
                      <a:latin typeface="29LT Bukra Bold Italic" panose="000B0903020204020204" pitchFamily="34" charset="-78"/>
                      <a:cs typeface="29LT Bukra Bold Italic" panose="000B0903020204020204" pitchFamily="34" charset="-78"/>
                    </a:rPr>
                    <a:t>نكتب نص مختصر توضيحي للعنوان</a:t>
                  </a:r>
                </a:p>
              </p:txBody>
            </p:sp>
          </p:grpSp>
          <p:sp>
            <p:nvSpPr>
              <p:cNvPr id="37" name="مربع نص 36">
                <a:extLst>
                  <a:ext uri="{FF2B5EF4-FFF2-40B4-BE49-F238E27FC236}">
                    <a16:creationId xmlns:a16="http://schemas.microsoft.com/office/drawing/2014/main" id="{760A3675-348E-4EC9-BCFA-F9559502600D}"/>
                  </a:ext>
                </a:extLst>
              </p:cNvPr>
              <p:cNvSpPr txBox="1"/>
              <p:nvPr/>
            </p:nvSpPr>
            <p:spPr>
              <a:xfrm>
                <a:off x="8515827" y="1935108"/>
                <a:ext cx="937286" cy="769441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ar-MA" sz="4400" dirty="0">
                    <a:solidFill>
                      <a:schemeClr val="bg1"/>
                    </a:solidFill>
                    <a:latin typeface="29LT Bukra Bold Italic" panose="000B0903020204020204" pitchFamily="34" charset="-78"/>
                    <a:cs typeface="29LT Bukra Bold Italic" panose="000B0903020204020204" pitchFamily="34" charset="-78"/>
                  </a:rPr>
                  <a:t>03</a:t>
                </a:r>
              </a:p>
            </p:txBody>
          </p:sp>
        </p:grpSp>
      </p:grpSp>
      <p:grpSp>
        <p:nvGrpSpPr>
          <p:cNvPr id="65" name="مجموعة 64">
            <a:extLst>
              <a:ext uri="{FF2B5EF4-FFF2-40B4-BE49-F238E27FC236}">
                <a16:creationId xmlns:a16="http://schemas.microsoft.com/office/drawing/2014/main" id="{5AC92BC1-CE96-4743-A7AF-4D2E16940D1A}"/>
              </a:ext>
            </a:extLst>
          </p:cNvPr>
          <p:cNvGrpSpPr/>
          <p:nvPr/>
        </p:nvGrpSpPr>
        <p:grpSpPr>
          <a:xfrm>
            <a:off x="8815007" y="3734088"/>
            <a:ext cx="5227982" cy="2454967"/>
            <a:chOff x="8815007" y="3734088"/>
            <a:chExt cx="5227982" cy="2454967"/>
          </a:xfrm>
          <a:effectLst>
            <a:outerShdw blurRad="50800" dist="50800" dir="8100000" algn="tr" rotWithShape="0">
              <a:prstClr val="black">
                <a:alpha val="40000"/>
              </a:prstClr>
            </a:outerShdw>
          </a:effectLst>
        </p:grpSpPr>
        <p:grpSp>
          <p:nvGrpSpPr>
            <p:cNvPr id="32" name="مجموعة 31">
              <a:extLst>
                <a:ext uri="{FF2B5EF4-FFF2-40B4-BE49-F238E27FC236}">
                  <a16:creationId xmlns:a16="http://schemas.microsoft.com/office/drawing/2014/main" id="{8CA1362D-1B41-4E5D-8F91-B31BC191519D}"/>
                </a:ext>
              </a:extLst>
            </p:cNvPr>
            <p:cNvGrpSpPr/>
            <p:nvPr/>
          </p:nvGrpSpPr>
          <p:grpSpPr>
            <a:xfrm>
              <a:off x="8815007" y="3734088"/>
              <a:ext cx="5227982" cy="2454967"/>
              <a:chOff x="8805068" y="1123124"/>
              <a:chExt cx="5227982" cy="2454967"/>
            </a:xfrm>
          </p:grpSpPr>
          <p:sp>
            <p:nvSpPr>
              <p:cNvPr id="33" name="شكل حر: شكل 32">
                <a:extLst>
                  <a:ext uri="{FF2B5EF4-FFF2-40B4-BE49-F238E27FC236}">
                    <a16:creationId xmlns:a16="http://schemas.microsoft.com/office/drawing/2014/main" id="{23D20A73-0287-463D-8D26-87F070730D93}"/>
                  </a:ext>
                </a:extLst>
              </p:cNvPr>
              <p:cNvSpPr/>
              <p:nvPr/>
            </p:nvSpPr>
            <p:spPr>
              <a:xfrm rot="5400000">
                <a:off x="10191575" y="-263383"/>
                <a:ext cx="2454967" cy="5227982"/>
              </a:xfrm>
              <a:custGeom>
                <a:avLst/>
                <a:gdLst>
                  <a:gd name="connsiteX0" fmla="*/ 0 w 2454967"/>
                  <a:gd name="connsiteY0" fmla="*/ 5227982 h 5227982"/>
                  <a:gd name="connsiteX1" fmla="*/ 0 w 2454967"/>
                  <a:gd name="connsiteY1" fmla="*/ 401018 h 5227982"/>
                  <a:gd name="connsiteX2" fmla="*/ 401019 w 2454967"/>
                  <a:gd name="connsiteY2" fmla="*/ 0 h 5227982"/>
                  <a:gd name="connsiteX3" fmla="*/ 2053948 w 2454967"/>
                  <a:gd name="connsiteY3" fmla="*/ 0 h 5227982"/>
                  <a:gd name="connsiteX4" fmla="*/ 2454967 w 2454967"/>
                  <a:gd name="connsiteY4" fmla="*/ 401018 h 5227982"/>
                  <a:gd name="connsiteX5" fmla="*/ 2454967 w 2454967"/>
                  <a:gd name="connsiteY5" fmla="*/ 5227982 h 5227982"/>
                  <a:gd name="connsiteX6" fmla="*/ 1873527 w 2454967"/>
                  <a:gd name="connsiteY6" fmla="*/ 5227982 h 5227982"/>
                  <a:gd name="connsiteX7" fmla="*/ 1227483 w 2454967"/>
                  <a:gd name="connsiteY7" fmla="*/ 4581938 h 5227982"/>
                  <a:gd name="connsiteX8" fmla="*/ 581439 w 2454967"/>
                  <a:gd name="connsiteY8" fmla="*/ 5227982 h 5227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54967" h="5227982">
                    <a:moveTo>
                      <a:pt x="0" y="5227982"/>
                    </a:moveTo>
                    <a:lnTo>
                      <a:pt x="0" y="401018"/>
                    </a:lnTo>
                    <a:cubicBezTo>
                      <a:pt x="0" y="179542"/>
                      <a:pt x="179542" y="0"/>
                      <a:pt x="401019" y="0"/>
                    </a:cubicBezTo>
                    <a:lnTo>
                      <a:pt x="2053948" y="0"/>
                    </a:lnTo>
                    <a:cubicBezTo>
                      <a:pt x="2275425" y="0"/>
                      <a:pt x="2454967" y="179542"/>
                      <a:pt x="2454967" y="401018"/>
                    </a:cubicBezTo>
                    <a:lnTo>
                      <a:pt x="2454967" y="5227982"/>
                    </a:lnTo>
                    <a:lnTo>
                      <a:pt x="1873527" y="5227982"/>
                    </a:lnTo>
                    <a:cubicBezTo>
                      <a:pt x="1873527" y="4871182"/>
                      <a:pt x="1584283" y="4581938"/>
                      <a:pt x="1227483" y="4581938"/>
                    </a:cubicBezTo>
                    <a:cubicBezTo>
                      <a:pt x="870683" y="4581938"/>
                      <a:pt x="581439" y="4871182"/>
                      <a:pt x="581439" y="5227982"/>
                    </a:cubicBezTo>
                    <a:close/>
                  </a:path>
                </a:pathLst>
              </a:custGeom>
              <a:solidFill>
                <a:srgbClr val="8601B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1" anchor="ctr">
                <a:noAutofit/>
              </a:bodyPr>
              <a:lstStyle/>
              <a:p>
                <a:pPr algn="ctr"/>
                <a:endParaRPr lang="ar-MA" dirty="0"/>
              </a:p>
            </p:txBody>
          </p:sp>
          <p:sp>
            <p:nvSpPr>
              <p:cNvPr id="34" name="شكل حر: شكل 33">
                <a:extLst>
                  <a:ext uri="{FF2B5EF4-FFF2-40B4-BE49-F238E27FC236}">
                    <a16:creationId xmlns:a16="http://schemas.microsoft.com/office/drawing/2014/main" id="{C3C582A2-5574-4A46-8319-6B9633BDE9FE}"/>
                  </a:ext>
                </a:extLst>
              </p:cNvPr>
              <p:cNvSpPr/>
              <p:nvPr/>
            </p:nvSpPr>
            <p:spPr>
              <a:xfrm rot="5400000">
                <a:off x="10288158" y="-174433"/>
                <a:ext cx="2083903" cy="5050083"/>
              </a:xfrm>
              <a:custGeom>
                <a:avLst/>
                <a:gdLst>
                  <a:gd name="connsiteX0" fmla="*/ 0 w 2083903"/>
                  <a:gd name="connsiteY0" fmla="*/ 5050083 h 5050083"/>
                  <a:gd name="connsiteX1" fmla="*/ 0 w 2083903"/>
                  <a:gd name="connsiteY1" fmla="*/ 340406 h 5050083"/>
                  <a:gd name="connsiteX2" fmla="*/ 340406 w 2083903"/>
                  <a:gd name="connsiteY2" fmla="*/ 0 h 5050083"/>
                  <a:gd name="connsiteX3" fmla="*/ 1743497 w 2083903"/>
                  <a:gd name="connsiteY3" fmla="*/ 0 h 5050083"/>
                  <a:gd name="connsiteX4" fmla="*/ 2083903 w 2083903"/>
                  <a:gd name="connsiteY4" fmla="*/ 340406 h 5050083"/>
                  <a:gd name="connsiteX5" fmla="*/ 2083903 w 2083903"/>
                  <a:gd name="connsiteY5" fmla="*/ 5050083 h 5050083"/>
                  <a:gd name="connsiteX6" fmla="*/ 1687995 w 2083903"/>
                  <a:gd name="connsiteY6" fmla="*/ 5050083 h 5050083"/>
                  <a:gd name="connsiteX7" fmla="*/ 1674870 w 2083903"/>
                  <a:gd name="connsiteY7" fmla="*/ 4919885 h 5050083"/>
                  <a:gd name="connsiteX8" fmla="*/ 1041951 w 2083903"/>
                  <a:gd name="connsiteY8" fmla="*/ 4404041 h 5050083"/>
                  <a:gd name="connsiteX9" fmla="*/ 409032 w 2083903"/>
                  <a:gd name="connsiteY9" fmla="*/ 4919885 h 5050083"/>
                  <a:gd name="connsiteX10" fmla="*/ 395907 w 2083903"/>
                  <a:gd name="connsiteY10" fmla="*/ 5050083 h 5050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083903" h="5050083">
                    <a:moveTo>
                      <a:pt x="0" y="5050083"/>
                    </a:moveTo>
                    <a:lnTo>
                      <a:pt x="0" y="340406"/>
                    </a:lnTo>
                    <a:cubicBezTo>
                      <a:pt x="0" y="152405"/>
                      <a:pt x="152405" y="0"/>
                      <a:pt x="340406" y="0"/>
                    </a:cubicBezTo>
                    <a:lnTo>
                      <a:pt x="1743497" y="0"/>
                    </a:lnTo>
                    <a:cubicBezTo>
                      <a:pt x="1931498" y="0"/>
                      <a:pt x="2083903" y="152405"/>
                      <a:pt x="2083903" y="340406"/>
                    </a:cubicBezTo>
                    <a:lnTo>
                      <a:pt x="2083903" y="5050083"/>
                    </a:lnTo>
                    <a:lnTo>
                      <a:pt x="1687995" y="5050083"/>
                    </a:lnTo>
                    <a:lnTo>
                      <a:pt x="1674870" y="4919885"/>
                    </a:lnTo>
                    <a:cubicBezTo>
                      <a:pt x="1614628" y="4625493"/>
                      <a:pt x="1354151" y="4404041"/>
                      <a:pt x="1041951" y="4404041"/>
                    </a:cubicBezTo>
                    <a:cubicBezTo>
                      <a:pt x="729751" y="4404041"/>
                      <a:pt x="469274" y="4625493"/>
                      <a:pt x="409032" y="4919885"/>
                    </a:cubicBezTo>
                    <a:lnTo>
                      <a:pt x="395907" y="5050083"/>
                    </a:lnTo>
                    <a:close/>
                  </a:path>
                </a:pathLst>
              </a:custGeom>
              <a:solidFill>
                <a:srgbClr val="7E4B8D"/>
              </a:solidFill>
              <a:ln>
                <a:noFill/>
              </a:ln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1" anchor="ctr">
                <a:noAutofit/>
              </a:bodyPr>
              <a:lstStyle/>
              <a:p>
                <a:pPr algn="ctr"/>
                <a:endParaRPr lang="ar-MA"/>
              </a:p>
            </p:txBody>
          </p:sp>
        </p:grpSp>
        <p:sp>
          <p:nvSpPr>
            <p:cNvPr id="45" name="مربع نص 44">
              <a:extLst>
                <a:ext uri="{FF2B5EF4-FFF2-40B4-BE49-F238E27FC236}">
                  <a16:creationId xmlns:a16="http://schemas.microsoft.com/office/drawing/2014/main" id="{B455F44D-64A5-4CC6-9DDB-32F03672065A}"/>
                </a:ext>
              </a:extLst>
            </p:cNvPr>
            <p:cNvSpPr txBox="1"/>
            <p:nvPr/>
          </p:nvSpPr>
          <p:spPr>
            <a:xfrm>
              <a:off x="9551502" y="4576849"/>
              <a:ext cx="3975653" cy="707886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ar-MA" sz="4000" dirty="0">
                  <a:solidFill>
                    <a:schemeClr val="bg1"/>
                  </a:solidFill>
                  <a:latin typeface="29LT Bukra Bold Italic" panose="000B0903020204020204" pitchFamily="34" charset="-78"/>
                  <a:cs typeface="29LT Bukra Bold Italic" panose="000B0903020204020204" pitchFamily="34" charset="-78"/>
                </a:rPr>
                <a:t>العنوان الثاني</a:t>
              </a:r>
            </a:p>
          </p:txBody>
        </p:sp>
      </p:grpSp>
      <p:grpSp>
        <p:nvGrpSpPr>
          <p:cNvPr id="64" name="مجموعة 63">
            <a:extLst>
              <a:ext uri="{FF2B5EF4-FFF2-40B4-BE49-F238E27FC236}">
                <a16:creationId xmlns:a16="http://schemas.microsoft.com/office/drawing/2014/main" id="{B5AC45F9-2757-4479-A9C9-6FEA413A81A9}"/>
              </a:ext>
            </a:extLst>
          </p:cNvPr>
          <p:cNvGrpSpPr/>
          <p:nvPr/>
        </p:nvGrpSpPr>
        <p:grpSpPr>
          <a:xfrm>
            <a:off x="8824946" y="6444442"/>
            <a:ext cx="5227982" cy="2454967"/>
            <a:chOff x="8824946" y="6444442"/>
            <a:chExt cx="5227982" cy="2454967"/>
          </a:xfrm>
          <a:effectLst>
            <a:outerShdw blurRad="50800" dist="50800" dir="8100000" algn="tr" rotWithShape="0">
              <a:prstClr val="black">
                <a:alpha val="40000"/>
              </a:prstClr>
            </a:outerShdw>
          </a:effectLst>
        </p:grpSpPr>
        <p:grpSp>
          <p:nvGrpSpPr>
            <p:cNvPr id="42" name="مجموعة 41">
              <a:extLst>
                <a:ext uri="{FF2B5EF4-FFF2-40B4-BE49-F238E27FC236}">
                  <a16:creationId xmlns:a16="http://schemas.microsoft.com/office/drawing/2014/main" id="{6891574C-D340-47B2-96A6-D413D68624F5}"/>
                </a:ext>
              </a:extLst>
            </p:cNvPr>
            <p:cNvGrpSpPr/>
            <p:nvPr/>
          </p:nvGrpSpPr>
          <p:grpSpPr>
            <a:xfrm>
              <a:off x="8824946" y="6444442"/>
              <a:ext cx="5227982" cy="2454967"/>
              <a:chOff x="8805068" y="1123124"/>
              <a:chExt cx="5227982" cy="2454967"/>
            </a:xfrm>
          </p:grpSpPr>
          <p:sp>
            <p:nvSpPr>
              <p:cNvPr id="43" name="شكل حر: شكل 42">
                <a:extLst>
                  <a:ext uri="{FF2B5EF4-FFF2-40B4-BE49-F238E27FC236}">
                    <a16:creationId xmlns:a16="http://schemas.microsoft.com/office/drawing/2014/main" id="{6CCEA8A6-B0AD-4BC4-9564-7F84536FB005}"/>
                  </a:ext>
                </a:extLst>
              </p:cNvPr>
              <p:cNvSpPr/>
              <p:nvPr/>
            </p:nvSpPr>
            <p:spPr>
              <a:xfrm rot="5400000">
                <a:off x="10191575" y="-263383"/>
                <a:ext cx="2454967" cy="5227982"/>
              </a:xfrm>
              <a:custGeom>
                <a:avLst/>
                <a:gdLst>
                  <a:gd name="connsiteX0" fmla="*/ 0 w 2454967"/>
                  <a:gd name="connsiteY0" fmla="*/ 5227982 h 5227982"/>
                  <a:gd name="connsiteX1" fmla="*/ 0 w 2454967"/>
                  <a:gd name="connsiteY1" fmla="*/ 401018 h 5227982"/>
                  <a:gd name="connsiteX2" fmla="*/ 401019 w 2454967"/>
                  <a:gd name="connsiteY2" fmla="*/ 0 h 5227982"/>
                  <a:gd name="connsiteX3" fmla="*/ 2053948 w 2454967"/>
                  <a:gd name="connsiteY3" fmla="*/ 0 h 5227982"/>
                  <a:gd name="connsiteX4" fmla="*/ 2454967 w 2454967"/>
                  <a:gd name="connsiteY4" fmla="*/ 401018 h 5227982"/>
                  <a:gd name="connsiteX5" fmla="*/ 2454967 w 2454967"/>
                  <a:gd name="connsiteY5" fmla="*/ 5227982 h 5227982"/>
                  <a:gd name="connsiteX6" fmla="*/ 1873527 w 2454967"/>
                  <a:gd name="connsiteY6" fmla="*/ 5227982 h 5227982"/>
                  <a:gd name="connsiteX7" fmla="*/ 1227483 w 2454967"/>
                  <a:gd name="connsiteY7" fmla="*/ 4581938 h 5227982"/>
                  <a:gd name="connsiteX8" fmla="*/ 581439 w 2454967"/>
                  <a:gd name="connsiteY8" fmla="*/ 5227982 h 5227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54967" h="5227982">
                    <a:moveTo>
                      <a:pt x="0" y="5227982"/>
                    </a:moveTo>
                    <a:lnTo>
                      <a:pt x="0" y="401018"/>
                    </a:lnTo>
                    <a:cubicBezTo>
                      <a:pt x="0" y="179542"/>
                      <a:pt x="179542" y="0"/>
                      <a:pt x="401019" y="0"/>
                    </a:cubicBezTo>
                    <a:lnTo>
                      <a:pt x="2053948" y="0"/>
                    </a:lnTo>
                    <a:cubicBezTo>
                      <a:pt x="2275425" y="0"/>
                      <a:pt x="2454967" y="179542"/>
                      <a:pt x="2454967" y="401018"/>
                    </a:cubicBezTo>
                    <a:lnTo>
                      <a:pt x="2454967" y="5227982"/>
                    </a:lnTo>
                    <a:lnTo>
                      <a:pt x="1873527" y="5227982"/>
                    </a:lnTo>
                    <a:cubicBezTo>
                      <a:pt x="1873527" y="4871182"/>
                      <a:pt x="1584283" y="4581938"/>
                      <a:pt x="1227483" y="4581938"/>
                    </a:cubicBezTo>
                    <a:cubicBezTo>
                      <a:pt x="870683" y="4581938"/>
                      <a:pt x="581439" y="4871182"/>
                      <a:pt x="581439" y="5227982"/>
                    </a:cubicBezTo>
                    <a:close/>
                  </a:path>
                </a:pathLst>
              </a:custGeom>
              <a:solidFill>
                <a:srgbClr val="FB9A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1" anchor="ctr">
                <a:noAutofit/>
              </a:bodyPr>
              <a:lstStyle/>
              <a:p>
                <a:pPr algn="ctr"/>
                <a:endParaRPr lang="ar-MA"/>
              </a:p>
            </p:txBody>
          </p:sp>
          <p:sp>
            <p:nvSpPr>
              <p:cNvPr id="44" name="شكل حر: شكل 43">
                <a:extLst>
                  <a:ext uri="{FF2B5EF4-FFF2-40B4-BE49-F238E27FC236}">
                    <a16:creationId xmlns:a16="http://schemas.microsoft.com/office/drawing/2014/main" id="{03F41762-0D1B-4AB3-A82C-1BF1503EC3E2}"/>
                  </a:ext>
                </a:extLst>
              </p:cNvPr>
              <p:cNvSpPr/>
              <p:nvPr/>
            </p:nvSpPr>
            <p:spPr>
              <a:xfrm rot="5400000">
                <a:off x="10288158" y="-174433"/>
                <a:ext cx="2083903" cy="5050083"/>
              </a:xfrm>
              <a:custGeom>
                <a:avLst/>
                <a:gdLst>
                  <a:gd name="connsiteX0" fmla="*/ 0 w 2083903"/>
                  <a:gd name="connsiteY0" fmla="*/ 5050083 h 5050083"/>
                  <a:gd name="connsiteX1" fmla="*/ 0 w 2083903"/>
                  <a:gd name="connsiteY1" fmla="*/ 340406 h 5050083"/>
                  <a:gd name="connsiteX2" fmla="*/ 340406 w 2083903"/>
                  <a:gd name="connsiteY2" fmla="*/ 0 h 5050083"/>
                  <a:gd name="connsiteX3" fmla="*/ 1743497 w 2083903"/>
                  <a:gd name="connsiteY3" fmla="*/ 0 h 5050083"/>
                  <a:gd name="connsiteX4" fmla="*/ 2083903 w 2083903"/>
                  <a:gd name="connsiteY4" fmla="*/ 340406 h 5050083"/>
                  <a:gd name="connsiteX5" fmla="*/ 2083903 w 2083903"/>
                  <a:gd name="connsiteY5" fmla="*/ 5050083 h 5050083"/>
                  <a:gd name="connsiteX6" fmla="*/ 1687995 w 2083903"/>
                  <a:gd name="connsiteY6" fmla="*/ 5050083 h 5050083"/>
                  <a:gd name="connsiteX7" fmla="*/ 1674870 w 2083903"/>
                  <a:gd name="connsiteY7" fmla="*/ 4919885 h 5050083"/>
                  <a:gd name="connsiteX8" fmla="*/ 1041951 w 2083903"/>
                  <a:gd name="connsiteY8" fmla="*/ 4404041 h 5050083"/>
                  <a:gd name="connsiteX9" fmla="*/ 409032 w 2083903"/>
                  <a:gd name="connsiteY9" fmla="*/ 4919885 h 5050083"/>
                  <a:gd name="connsiteX10" fmla="*/ 395907 w 2083903"/>
                  <a:gd name="connsiteY10" fmla="*/ 5050083 h 5050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083903" h="5050083">
                    <a:moveTo>
                      <a:pt x="0" y="5050083"/>
                    </a:moveTo>
                    <a:lnTo>
                      <a:pt x="0" y="340406"/>
                    </a:lnTo>
                    <a:cubicBezTo>
                      <a:pt x="0" y="152405"/>
                      <a:pt x="152405" y="0"/>
                      <a:pt x="340406" y="0"/>
                    </a:cubicBezTo>
                    <a:lnTo>
                      <a:pt x="1743497" y="0"/>
                    </a:lnTo>
                    <a:cubicBezTo>
                      <a:pt x="1931498" y="0"/>
                      <a:pt x="2083903" y="152405"/>
                      <a:pt x="2083903" y="340406"/>
                    </a:cubicBezTo>
                    <a:lnTo>
                      <a:pt x="2083903" y="5050083"/>
                    </a:lnTo>
                    <a:lnTo>
                      <a:pt x="1687995" y="5050083"/>
                    </a:lnTo>
                    <a:lnTo>
                      <a:pt x="1674870" y="4919885"/>
                    </a:lnTo>
                    <a:cubicBezTo>
                      <a:pt x="1614628" y="4625493"/>
                      <a:pt x="1354151" y="4404041"/>
                      <a:pt x="1041951" y="4404041"/>
                    </a:cubicBezTo>
                    <a:cubicBezTo>
                      <a:pt x="729751" y="4404041"/>
                      <a:pt x="469274" y="4625493"/>
                      <a:pt x="409032" y="4919885"/>
                    </a:cubicBezTo>
                    <a:lnTo>
                      <a:pt x="395907" y="5050083"/>
                    </a:lnTo>
                    <a:close/>
                  </a:path>
                </a:pathLst>
              </a:custGeom>
              <a:solidFill>
                <a:srgbClr val="CA7E02"/>
              </a:solidFill>
              <a:ln>
                <a:noFill/>
              </a:ln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1" anchor="ctr">
                <a:noAutofit/>
              </a:bodyPr>
              <a:lstStyle/>
              <a:p>
                <a:pPr algn="ctr"/>
                <a:endParaRPr lang="ar-MA"/>
              </a:p>
            </p:txBody>
          </p:sp>
        </p:grpSp>
        <p:sp>
          <p:nvSpPr>
            <p:cNvPr id="46" name="مربع نص 45">
              <a:extLst>
                <a:ext uri="{FF2B5EF4-FFF2-40B4-BE49-F238E27FC236}">
                  <a16:creationId xmlns:a16="http://schemas.microsoft.com/office/drawing/2014/main" id="{D163CE44-D54F-46AD-ABCA-1AB940B2A7DE}"/>
                </a:ext>
              </a:extLst>
            </p:cNvPr>
            <p:cNvSpPr txBox="1"/>
            <p:nvPr/>
          </p:nvSpPr>
          <p:spPr>
            <a:xfrm>
              <a:off x="9551501" y="7256426"/>
              <a:ext cx="3975653" cy="707886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ar-MA" sz="4000" dirty="0">
                  <a:solidFill>
                    <a:schemeClr val="bg1"/>
                  </a:solidFill>
                  <a:latin typeface="29LT Bukra Bold Italic" panose="000B0903020204020204" pitchFamily="34" charset="-78"/>
                  <a:cs typeface="29LT Bukra Bold Italic" panose="000B0903020204020204" pitchFamily="34" charset="-78"/>
                </a:rPr>
                <a:t>العنوان الثالث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90609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35" presetClass="path" presetSubtype="0" accel="50000" fill="hold" nodeType="clickEffect" p14:presetBounceEnd="15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 p14:bounceEnd="15000">
                                          <p:cBhvr>
                                            <p:cTn id="6" dur="125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" fill="hold">
                          <p:stCondLst>
                            <p:cond delay="indefinite"/>
                          </p:stCondLst>
                          <p:childTnLst>
                            <p:par>
                              <p:cTn id="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" presetID="35" presetClass="path" presetSubtype="0" accel="50000" fill="hold" nodeType="clickEffect" p14:presetBounceEnd="15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 p14:bounceEnd="15000">
                                          <p:cBhvr>
                                            <p:cTn id="10" dur="125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" fill="hold">
                          <p:stCondLst>
                            <p:cond delay="indefinite"/>
                          </p:stCondLst>
                          <p:childTnLst>
                            <p:par>
                              <p:cTn id="1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" presetID="35" presetClass="path" presetSubtype="0" accel="50000" fill="hold" nodeType="clickEffect" p14:presetBounceEnd="15000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 p14:bounceEnd="15000">
                                          <p:cBhvr>
                                            <p:cTn id="14" dur="125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35" presetClass="path" presetSubtype="0" accel="5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6" dur="125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" fill="hold">
                          <p:stCondLst>
                            <p:cond delay="indefinite"/>
                          </p:stCondLst>
                          <p:childTnLst>
                            <p:par>
                              <p:cTn id="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" presetID="35" presetClass="path" presetSubtype="0" accel="5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10" dur="125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" fill="hold">
                          <p:stCondLst>
                            <p:cond delay="indefinite"/>
                          </p:stCondLst>
                          <p:childTnLst>
                            <p:par>
                              <p:cTn id="1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" presetID="35" presetClass="path" presetSubtype="0" accel="5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-0.25 0 E" pathEditMode="relative" ptsTypes="">
                                          <p:cBhvr>
                                            <p:cTn id="14" dur="125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theme/theme1.xml><?xml version="1.0" encoding="utf-8"?>
<a:theme xmlns:a="http://schemas.openxmlformats.org/drawingml/2006/main" name="نسق Office">
  <a:themeElements>
    <a:clrScheme name="نسق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نسق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نسق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</TotalTime>
  <Words>24</Words>
  <Application>Microsoft Office PowerPoint</Application>
  <PresentationFormat>مخصص</PresentationFormat>
  <Paragraphs>9</Paragraphs>
  <Slides>1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4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</vt:i4>
      </vt:variant>
    </vt:vector>
  </HeadingPairs>
  <TitlesOfParts>
    <vt:vector size="6" baseType="lpstr">
      <vt:lpstr>29LT Bukra Bold Italic</vt:lpstr>
      <vt:lpstr>Arial</vt:lpstr>
      <vt:lpstr>Calibri</vt:lpstr>
      <vt:lpstr>Calibri Light</vt:lpstr>
      <vt:lpstr>نسق Office</vt:lpstr>
      <vt:lpstr>عرض تقديمي في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creator>REDA</dc:creator>
  <cp:lastModifiedBy>REDA</cp:lastModifiedBy>
  <cp:revision>11</cp:revision>
  <dcterms:created xsi:type="dcterms:W3CDTF">2020-08-19T20:58:32Z</dcterms:created>
  <dcterms:modified xsi:type="dcterms:W3CDTF">2020-08-20T13:48:57Z</dcterms:modified>
</cp:coreProperties>
</file>